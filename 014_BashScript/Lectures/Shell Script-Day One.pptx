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6858000" cx="9144000"/>
  <p:notesSz cx="6858000" cy="9144000"/>
  <p:embeddedFontLst>
    <p:embeddedFont>
      <p:font typeface="Quattrocento Sans"/>
      <p:regular r:id="rId64"/>
      <p:bold r:id="rId65"/>
      <p:italic r:id="rId66"/>
      <p:boldItalic r:id="rId67"/>
    </p:embeddedFont>
    <p:embeddedFont>
      <p:font typeface="Schoolbell"/>
      <p:regular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69" roundtripDataSignature="AMtx7mjXxO0aylaHx07fm8BPJwxZMgSI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62FE9D-166A-4D9E-A4AA-41D76C9810B7}">
  <a:tblStyle styleId="{9262FE9D-166A-4D9E-A4AA-41D76C9810B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BBFBB21A-BE24-49F8-A139-E109CC976D7E}" styleName="Table_1">
    <a:wholeTbl>
      <a:tcTxStyle b="off" i="off">
        <a:font>
          <a:latin typeface="Calibri"/>
          <a:ea typeface="Calibri"/>
          <a:cs typeface="Calibri"/>
        </a:font>
        <a:schemeClr val="dk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FAE7E7"/>
          </a:solidFill>
        </a:fill>
      </a:tcStyle>
    </a:band1H>
    <a:band2H>
      <a:tcTxStyle/>
    </a:band2H>
    <a:band1V>
      <a:tcTxStyle/>
      <a:tcStyle>
        <a:fill>
          <a:solidFill>
            <a:srgbClr val="FAE7E7"/>
          </a:solidFill>
        </a:fill>
      </a:tcStyle>
    </a:band1V>
    <a:band2V>
      <a:tcTx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fill>
          <a:solidFill>
            <a:schemeClr val="lt1"/>
          </a:solidFill>
        </a:fill>
      </a:tcStyle>
    </a:lastRow>
    <a:seCell>
      <a:tcTxStyle/>
    </a:seCell>
    <a:swCell>
      <a:tcTxStyle/>
    </a:swCell>
    <a:firstRow>
      <a:tcTxStyle b="on" i="off">
        <a:font>
          <a:latin typeface="Calibri"/>
          <a:ea typeface="Calibri"/>
          <a:cs typeface="Calibri"/>
        </a:font>
        <a:schemeClr val="lt1"/>
      </a:tcTxStyle>
      <a:tcStyle>
        <a:fill>
          <a:solidFill>
            <a:schemeClr val="accent2"/>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QuattrocentoSans-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QuattrocentoSans-italic.fntdata"/><Relationship Id="rId21" Type="http://schemas.openxmlformats.org/officeDocument/2006/relationships/slide" Target="slides/slide15.xml"/><Relationship Id="rId65" Type="http://schemas.openxmlformats.org/officeDocument/2006/relationships/font" Target="fonts/QuattrocentoSans-bold.fntdata"/><Relationship Id="rId24" Type="http://schemas.openxmlformats.org/officeDocument/2006/relationships/slide" Target="slides/slide18.xml"/><Relationship Id="rId68" Type="http://schemas.openxmlformats.org/officeDocument/2006/relationships/font" Target="fonts/Schoolbell-regular.fntdata"/><Relationship Id="rId23" Type="http://schemas.openxmlformats.org/officeDocument/2006/relationships/slide" Target="slides/slide17.xml"/><Relationship Id="rId67" Type="http://schemas.openxmlformats.org/officeDocument/2006/relationships/font" Target="fonts/QuattrocentoSans-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US">
                <a:latin typeface="Arial"/>
                <a:ea typeface="Arial"/>
                <a:cs typeface="Arial"/>
                <a:sym typeface="Arial"/>
              </a:rPr>
              <a:t>Possibly the most important advance made to the operating system by the programmers at Berkeley was the addition of networking software. This enabled the operating system to function in a local area network (LAN).</a:t>
            </a:r>
            <a:endParaRPr/>
          </a:p>
          <a:p>
            <a:pPr indent="0" lvl="0" marL="0" rtl="0" algn="l">
              <a:spcBef>
                <a:spcPts val="450"/>
              </a:spcBef>
              <a:spcAft>
                <a:spcPts val="0"/>
              </a:spcAft>
              <a:buClr>
                <a:schemeClr val="dk1"/>
              </a:buClr>
              <a:buSzPts val="1200"/>
              <a:buFont typeface="Arial"/>
              <a:buNone/>
            </a:pPr>
            <a:r>
              <a:rPr lang="en-US">
                <a:latin typeface="Arial"/>
                <a:ea typeface="Arial"/>
                <a:cs typeface="Arial"/>
                <a:sym typeface="Arial"/>
              </a:rPr>
              <a:t>Sun -&gt; Solaris</a:t>
            </a:r>
            <a:endParaRPr/>
          </a:p>
          <a:p>
            <a:pPr indent="0" lvl="0" marL="0" rtl="0" algn="l">
              <a:spcBef>
                <a:spcPts val="450"/>
              </a:spcBef>
              <a:spcAft>
                <a:spcPts val="0"/>
              </a:spcAft>
              <a:buClr>
                <a:schemeClr val="dk1"/>
              </a:buClr>
              <a:buSzPts val="1200"/>
              <a:buFont typeface="Arial"/>
              <a:buNone/>
            </a:pPr>
            <a:r>
              <a:rPr lang="en-US">
                <a:latin typeface="Arial"/>
                <a:ea typeface="Arial"/>
                <a:cs typeface="Arial"/>
                <a:sym typeface="Arial"/>
              </a:rPr>
              <a:t>IBM –&gt; AIX</a:t>
            </a:r>
            <a:endParaRPr/>
          </a:p>
          <a:p>
            <a:pPr indent="0" lvl="0" marL="0" rtl="0" algn="l">
              <a:spcBef>
                <a:spcPts val="450"/>
              </a:spcBef>
              <a:spcAft>
                <a:spcPts val="0"/>
              </a:spcAft>
              <a:buClr>
                <a:schemeClr val="dk1"/>
              </a:buClr>
              <a:buSzPts val="1200"/>
              <a:buFont typeface="Arial"/>
              <a:buNone/>
            </a:pPr>
            <a:r>
              <a:rPr lang="en-US">
                <a:latin typeface="Arial"/>
                <a:ea typeface="Arial"/>
                <a:cs typeface="Arial"/>
                <a:sym typeface="Arial"/>
              </a:rPr>
              <a:t>HP -&gt; HP-UX</a:t>
            </a:r>
            <a:endParaRPr/>
          </a:p>
          <a:p>
            <a:pPr indent="0" lvl="0" marL="0" rtl="0" algn="l">
              <a:spcBef>
                <a:spcPts val="0"/>
              </a:spcBef>
              <a:spcAft>
                <a:spcPts val="0"/>
              </a:spcAft>
              <a:buNone/>
            </a:pPr>
            <a:r>
              <a:t/>
            </a:r>
            <a:endParaRPr/>
          </a:p>
        </p:txBody>
      </p:sp>
      <p:sp>
        <p:nvSpPr>
          <p:cNvPr id="135" name="Google Shape;135;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221" name="Google Shape;221;p17: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222" name="Google Shape;22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223" name="Google Shape;223;p17: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24" name="Google Shape;22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231" name="Google Shape;231;p18: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232" name="Google Shape;23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233" name="Google Shape;233;p18: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34" name="Google Shape;23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241" name="Google Shape;241;p19: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242" name="Google Shape;24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243" name="Google Shape;243;p19: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44" name="Google Shape;24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251" name="Google Shape;251;p20: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252" name="Google Shape;25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253" name="Google Shape;253;p20: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54" name="Google Shape;25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1: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261" name="Google Shape;261;p21: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262" name="Google Shape;26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263" name="Google Shape;263;p21: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64" name="Google Shape;26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272" name="Google Shape;272;p22: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273" name="Google Shape;27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274" name="Google Shape;274;p22: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75" name="Google Shape;27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3: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282" name="Google Shape;282;p23: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283" name="Google Shape;28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284" name="Google Shape;284;p23: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85" name="Google Shape;28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292" name="Google Shape;292;p24: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293" name="Google Shape;29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294" name="Google Shape;294;p24: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95" name="Google Shape;29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5: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02" name="Google Shape;302;p25: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03" name="Google Shape;30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04" name="Google Shape;304;p25: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05" name="Google Shape;305;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6: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12" name="Google Shape;312;p26: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13" name="Google Shape;31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14" name="Google Shape;314;p26: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15" name="Google Shape;31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7: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22" name="Google Shape;322;p27: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23" name="Google Shape;32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24" name="Google Shape;324;p27: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25" name="Google Shape;32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8: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32" name="Google Shape;332;p28: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33" name="Google Shape;33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34" name="Google Shape;334;p28: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35" name="Google Shape;33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9: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42" name="Google Shape;342;p29: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43" name="Google Shape;343;p29: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44" name="Google Shape;34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45" name="Google Shape;345;p29:notes"/>
          <p:cNvSpPr txBox="1"/>
          <p:nvPr/>
        </p:nvSpPr>
        <p:spPr>
          <a:xfrm>
            <a:off x="685799" y="4343400"/>
            <a:ext cx="5486399" cy="4114800"/>
          </a:xfrm>
          <a:prstGeom prst="rect">
            <a:avLst/>
          </a:prstGeom>
          <a:noFill/>
          <a:ln>
            <a:noFill/>
          </a:ln>
        </p:spPr>
        <p:txBody>
          <a:bodyPr anchorCtr="0" anchor="t" bIns="46800" lIns="90000" spcFirstLastPara="1" rIns="90000" wrap="square" tIns="46800">
            <a:noAutofit/>
          </a:bodyPr>
          <a:lstStyle/>
          <a:p>
            <a:pPr indent="0" lvl="1" marL="9144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cat names</a:t>
            </a:r>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sherine</a:t>
            </a:r>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sherine</a:t>
            </a:r>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root</a:t>
            </a:r>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user</a:t>
            </a:r>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user</a:t>
            </a:r>
            <a:endParaRPr/>
          </a:p>
          <a:p>
            <a:pPr indent="0" lvl="1" marL="914400" marR="0" rtl="0" algn="l">
              <a:lnSpc>
                <a:spcPct val="100000"/>
              </a:lnSpc>
              <a:spcBef>
                <a:spcPts val="448"/>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cat uniq-names</a:t>
            </a:r>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sherine</a:t>
            </a:r>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root</a:t>
            </a:r>
            <a:endParaRPr/>
          </a:p>
          <a:p>
            <a:pPr indent="0" lvl="1" marL="91440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mdesouky</a:t>
            </a:r>
            <a:endParaRPr/>
          </a:p>
        </p:txBody>
      </p:sp>
      <p:sp>
        <p:nvSpPr>
          <p:cNvPr id="346" name="Google Shape;346;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0: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53" name="Google Shape;353;p30: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54" name="Google Shape;35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55" name="Google Shape;355;p30: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56" name="Google Shape;35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1: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63" name="Google Shape;363;p31: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64" name="Google Shape;36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65" name="Google Shape;365;p31: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66" name="Google Shape;366;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2: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73" name="Google Shape;373;p32: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74" name="Google Shape;37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75" name="Google Shape;375;p32: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76" name="Google Shape;37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3: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83" name="Google Shape;383;p33: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84" name="Google Shape;384;p33: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85" name="Google Shape;38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86" name="Google Shape;386;p33: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387" name="Google Shape;387;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4: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394" name="Google Shape;394;p34: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95" name="Google Shape;395;p34: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396" name="Google Shape;39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397" name="Google Shape;397;p34: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398" name="Google Shape;39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5: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05" name="Google Shape;405;p35: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06" name="Google Shape;406;p35: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07" name="Google Shape;40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08" name="Google Shape;408;p35: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409" name="Google Shape;40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6: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16" name="Google Shape;416;p36: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17" name="Google Shape;41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18" name="Google Shape;418;p36: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419" name="Google Shape;419;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7: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27" name="Google Shape;427;p37: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28" name="Google Shape;428;p37: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29" name="Google Shape;42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30" name="Google Shape;430;p37: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431" name="Google Shape;431;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8: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38" name="Google Shape;438;p38: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39" name="Google Shape;439;p38: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40" name="Google Shape;440;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41" name="Google Shape;441;p38: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442" name="Google Shape;442;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9: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49" name="Google Shape;449;p39: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50" name="Google Shape;450;p39: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51" name="Google Shape;45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52" name="Google Shape;452;p39: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453" name="Google Shape;45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0: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61" name="Google Shape;461;p40: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62" name="Google Shape;462;p40: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63" name="Google Shape;46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64" name="Google Shape;464;p40: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465" name="Google Shape;46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1: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72" name="Google Shape;472;p41: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73" name="Google Shape;473;p41: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74" name="Google Shape;47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75" name="Google Shape;475;p41: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476" name="Google Shape;476;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42: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85" name="Google Shape;485;p42: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86" name="Google Shape;486;p42: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87" name="Google Shape;48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88" name="Google Shape;488;p42: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489" name="Google Shape;489;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43: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496" name="Google Shape;496;p43: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97" name="Google Shape;497;p43: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498" name="Google Shape;498;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499" name="Google Shape;499;p43: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00" name="Google Shape;500;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4: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07" name="Google Shape;507;p44: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08" name="Google Shape;508;p44: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09" name="Google Shape;509;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10" name="Google Shape;510;p44: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11" name="Google Shape;511;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5: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18" name="Google Shape;518;p45: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19" name="Google Shape;519;p45: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20" name="Google Shape;52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21" name="Google Shape;521;p45: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22" name="Google Shape;522;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6: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29" name="Google Shape;529;p46: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30" name="Google Shape;530;p46: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31" name="Google Shape;53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32" name="Google Shape;532;p46: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33" name="Google Shape;533;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7: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40" name="Google Shape;540;p47: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41" name="Google Shape;541;p47: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42" name="Google Shape;542;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43" name="Google Shape;543;p47: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44" name="Google Shape;544;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8: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51" name="Google Shape;551;p48: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52" name="Google Shape;552;p48: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53" name="Google Shape;55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54" name="Google Shape;554;p48: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55" name="Google Shape;555;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9: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62" name="Google Shape;562;p49: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63" name="Google Shape;563;p49: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64" name="Google Shape;564;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65" name="Google Shape;565;p49: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66" name="Google Shape;566;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0: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73" name="Google Shape;573;p50: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74" name="Google Shape;574;p50: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75" name="Google Shape;575;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76" name="Google Shape;576;p50: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77" name="Google Shape;577;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51: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84" name="Google Shape;584;p51: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85" name="Google Shape;585;p51: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86" name="Google Shape;58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87" name="Google Shape;587;p51: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588" name="Google Shape;588;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52: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596" name="Google Shape;596;p52: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97" name="Google Shape;597;p52: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598" name="Google Shape;59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599" name="Google Shape;599;p52: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600" name="Google Shape;600;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3: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608" name="Google Shape;608;p53: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609" name="Google Shape;609;p53: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610" name="Google Shape;61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611" name="Google Shape;611;p53: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612" name="Google Shape;612;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54: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619" name="Google Shape;619;p54: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620" name="Google Shape;620;p54: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621" name="Google Shape;621;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622" name="Google Shape;622;p54:notes"/>
          <p:cNvSpPr txBox="1"/>
          <p:nvPr/>
        </p:nvSpPr>
        <p:spPr>
          <a:xfrm>
            <a:off x="685799" y="4343400"/>
            <a:ext cx="5486399" cy="411480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Output</a:t>
            </a:r>
            <a:endParaRPr/>
          </a:p>
          <a:p>
            <a:pPr indent="0" lvl="0" marL="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7 root</a:t>
            </a:r>
            <a:endParaRPr/>
          </a:p>
          <a:p>
            <a:pPr indent="0" lvl="0" marL="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7 x</a:t>
            </a:r>
            <a:endParaRPr/>
          </a:p>
          <a:p>
            <a:pPr indent="0" lvl="0" marL="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7 0</a:t>
            </a:r>
            <a:endParaRPr/>
          </a:p>
          <a:p>
            <a:pPr indent="0" lvl="0" marL="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t>
            </a:r>
            <a:endParaRPr/>
          </a:p>
          <a:p>
            <a:pPr indent="0" lvl="0" marL="0" marR="0" rtl="0" algn="l">
              <a:lnSpc>
                <a:spcPct val="100000"/>
              </a:lnSpc>
              <a:spcBef>
                <a:spcPts val="448"/>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448"/>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Output</a:t>
            </a:r>
            <a:endParaRPr/>
          </a:p>
        </p:txBody>
      </p:sp>
      <p:sp>
        <p:nvSpPr>
          <p:cNvPr id="623" name="Google Shape;623;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55: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630" name="Google Shape;630;p55: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631" name="Google Shape;631;p55: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632" name="Google Shape;632;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633" name="Google Shape;633;p55: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634" name="Google Shape;634;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6:notes"/>
          <p:cNvSpPr txBox="1"/>
          <p:nvPr>
            <p:ph idx="12" type="sldNum"/>
          </p:nvPr>
        </p:nvSpPr>
        <p:spPr>
          <a:xfrm>
            <a:off x="3884613" y="8685213"/>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sz="1200"/>
              <a:t>‹#›</a:t>
            </a:fld>
            <a:endParaRPr/>
          </a:p>
        </p:txBody>
      </p:sp>
      <p:sp>
        <p:nvSpPr>
          <p:cNvPr id="641" name="Google Shape;641;p56:notes"/>
          <p:cNvSpPr/>
          <p:nvPr/>
        </p:nvSpPr>
        <p:spPr>
          <a:xfrm>
            <a:off x="3884759" y="8685360"/>
            <a:ext cx="2970000" cy="45539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642" name="Google Shape;642;p56:notes"/>
          <p:cNvSpPr/>
          <p:nvPr/>
        </p:nvSpPr>
        <p:spPr>
          <a:xfrm>
            <a:off x="3884759" y="8685360"/>
            <a:ext cx="2971800" cy="4572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chemeClr val="dk1"/>
              </a:buClr>
              <a:buSzPts val="1800"/>
              <a:buFont typeface="Calibri"/>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
        <p:nvSpPr>
          <p:cNvPr id="643" name="Google Shape;643;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644" name="Google Shape;644;p56:notes"/>
          <p:cNvSpPr txBox="1"/>
          <p:nvPr/>
        </p:nvSpPr>
        <p:spPr>
          <a:xfrm>
            <a:off x="685799" y="4343400"/>
            <a:ext cx="5486399"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p:txBody>
      </p:sp>
      <p:sp>
        <p:nvSpPr>
          <p:cNvPr id="645" name="Google Shape;64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pic>
        <p:nvPicPr>
          <p:cNvPr id="21" name="Google Shape;21;p59"/>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22" name="Google Shape;22;p59"/>
          <p:cNvSpPr txBox="1"/>
          <p:nvPr>
            <p:ph type="ctrTitle"/>
          </p:nvPr>
        </p:nvSpPr>
        <p:spPr>
          <a:xfrm>
            <a:off x="323528" y="404664"/>
            <a:ext cx="8712968"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5400"/>
              <a:buFont typeface="Calibri"/>
              <a:buNone/>
              <a:defRPr b="1"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9"/>
          <p:cNvSpPr txBox="1"/>
          <p:nvPr>
            <p:ph idx="12" type="sldNum"/>
          </p:nvPr>
        </p:nvSpPr>
        <p:spPr>
          <a:xfrm>
            <a:off x="539552" y="6356350"/>
            <a:ext cx="21336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rgbClr val="EC8D8C"/>
                </a:solidFill>
                <a:latin typeface="Calibri"/>
                <a:ea typeface="Calibri"/>
                <a:cs typeface="Calibri"/>
                <a:sym typeface="Calibri"/>
              </a:defRPr>
            </a:lvl1pPr>
            <a:lvl2pPr indent="0" lvl="1" marL="0" algn="l">
              <a:spcBef>
                <a:spcPts val="0"/>
              </a:spcBef>
              <a:buNone/>
              <a:defRPr b="0" i="0" sz="1200" u="none" cap="none" strike="noStrike">
                <a:solidFill>
                  <a:srgbClr val="EC8D8C"/>
                </a:solidFill>
                <a:latin typeface="Calibri"/>
                <a:ea typeface="Calibri"/>
                <a:cs typeface="Calibri"/>
                <a:sym typeface="Calibri"/>
              </a:defRPr>
            </a:lvl2pPr>
            <a:lvl3pPr indent="0" lvl="2" marL="0" algn="l">
              <a:spcBef>
                <a:spcPts val="0"/>
              </a:spcBef>
              <a:buNone/>
              <a:defRPr b="0" i="0" sz="1200" u="none" cap="none" strike="noStrike">
                <a:solidFill>
                  <a:srgbClr val="EC8D8C"/>
                </a:solidFill>
                <a:latin typeface="Calibri"/>
                <a:ea typeface="Calibri"/>
                <a:cs typeface="Calibri"/>
                <a:sym typeface="Calibri"/>
              </a:defRPr>
            </a:lvl3pPr>
            <a:lvl4pPr indent="0" lvl="3" marL="0" algn="l">
              <a:spcBef>
                <a:spcPts val="0"/>
              </a:spcBef>
              <a:buNone/>
              <a:defRPr b="0" i="0" sz="1200" u="none" cap="none" strike="noStrike">
                <a:solidFill>
                  <a:srgbClr val="EC8D8C"/>
                </a:solidFill>
                <a:latin typeface="Calibri"/>
                <a:ea typeface="Calibri"/>
                <a:cs typeface="Calibri"/>
                <a:sym typeface="Calibri"/>
              </a:defRPr>
            </a:lvl4pPr>
            <a:lvl5pPr indent="0" lvl="4" marL="0" algn="l">
              <a:spcBef>
                <a:spcPts val="0"/>
              </a:spcBef>
              <a:buNone/>
              <a:defRPr b="0" i="0" sz="1200" u="none" cap="none" strike="noStrike">
                <a:solidFill>
                  <a:srgbClr val="EC8D8C"/>
                </a:solidFill>
                <a:latin typeface="Calibri"/>
                <a:ea typeface="Calibri"/>
                <a:cs typeface="Calibri"/>
                <a:sym typeface="Calibri"/>
              </a:defRPr>
            </a:lvl5pPr>
            <a:lvl6pPr indent="0" lvl="5" marL="0" algn="l">
              <a:spcBef>
                <a:spcPts val="0"/>
              </a:spcBef>
              <a:buNone/>
              <a:defRPr b="0" i="0" sz="1200" u="none" cap="none" strike="noStrike">
                <a:solidFill>
                  <a:srgbClr val="EC8D8C"/>
                </a:solidFill>
                <a:latin typeface="Calibri"/>
                <a:ea typeface="Calibri"/>
                <a:cs typeface="Calibri"/>
                <a:sym typeface="Calibri"/>
              </a:defRPr>
            </a:lvl6pPr>
            <a:lvl7pPr indent="0" lvl="6" marL="0" algn="l">
              <a:spcBef>
                <a:spcPts val="0"/>
              </a:spcBef>
              <a:buNone/>
              <a:defRPr b="0" i="0" sz="1200" u="none" cap="none" strike="noStrike">
                <a:solidFill>
                  <a:srgbClr val="EC8D8C"/>
                </a:solidFill>
                <a:latin typeface="Calibri"/>
                <a:ea typeface="Calibri"/>
                <a:cs typeface="Calibri"/>
                <a:sym typeface="Calibri"/>
              </a:defRPr>
            </a:lvl7pPr>
            <a:lvl8pPr indent="0" lvl="7" marL="0" algn="l">
              <a:spcBef>
                <a:spcPts val="0"/>
              </a:spcBef>
              <a:buNone/>
              <a:defRPr b="0" i="0" sz="1200" u="none" cap="none" strike="noStrike">
                <a:solidFill>
                  <a:srgbClr val="EC8D8C"/>
                </a:solidFill>
                <a:latin typeface="Calibri"/>
                <a:ea typeface="Calibri"/>
                <a:cs typeface="Calibri"/>
                <a:sym typeface="Calibri"/>
              </a:defRPr>
            </a:lvl8pPr>
            <a:lvl9pPr indent="0" lvl="8" marL="0" algn="l">
              <a:spcBef>
                <a:spcPts val="0"/>
              </a:spcBef>
              <a:buNone/>
              <a:defRPr b="0" i="0" sz="1200" u="none" cap="none" strike="noStrike">
                <a:solidFill>
                  <a:srgbClr val="EC8D8C"/>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25" name="Google Shape;25;p59"/>
          <p:cNvCxnSpPr/>
          <p:nvPr/>
        </p:nvCxnSpPr>
        <p:spPr>
          <a:xfrm>
            <a:off x="2124512" y="5949280"/>
            <a:ext cx="7056000" cy="0"/>
          </a:xfrm>
          <a:prstGeom prst="straightConnector1">
            <a:avLst/>
          </a:prstGeom>
          <a:noFill/>
          <a:ln cap="flat" cmpd="sng" w="57150">
            <a:solidFill>
              <a:srgbClr val="E5332E"/>
            </a:solidFill>
            <a:prstDash val="solid"/>
            <a:round/>
            <a:headEnd len="sm" w="sm" type="none"/>
            <a:tailEnd len="sm" w="sm" type="none"/>
          </a:ln>
        </p:spPr>
      </p:cxnSp>
      <p:cxnSp>
        <p:nvCxnSpPr>
          <p:cNvPr id="26" name="Google Shape;26;p59"/>
          <p:cNvCxnSpPr/>
          <p:nvPr/>
        </p:nvCxnSpPr>
        <p:spPr>
          <a:xfrm rot="10800000">
            <a:off x="-36512" y="5949280"/>
            <a:ext cx="504056" cy="0"/>
          </a:xfrm>
          <a:prstGeom prst="straightConnector1">
            <a:avLst/>
          </a:prstGeom>
          <a:noFill/>
          <a:ln cap="flat" cmpd="sng" w="57150">
            <a:solidFill>
              <a:srgbClr val="E5332E"/>
            </a:solidFill>
            <a:prstDash val="solid"/>
            <a:round/>
            <a:headEnd len="sm" w="sm" type="none"/>
            <a:tailEnd len="sm" w="sm" type="none"/>
          </a:ln>
        </p:spPr>
      </p:cxnSp>
      <p:sp>
        <p:nvSpPr>
          <p:cNvPr id="27" name="Google Shape;27;p59"/>
          <p:cNvSpPr/>
          <p:nvPr/>
        </p:nvSpPr>
        <p:spPr>
          <a:xfrm>
            <a:off x="-180528" y="692696"/>
            <a:ext cx="504056" cy="792088"/>
          </a:xfrm>
          <a:prstGeom prst="roundRect">
            <a:avLst>
              <a:gd fmla="val 31263" name="adj"/>
            </a:avLst>
          </a:prstGeom>
          <a:solidFill>
            <a:srgbClr val="E533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8" name="Google Shape;28;p59"/>
          <p:cNvPicPr preferRelativeResize="0"/>
          <p:nvPr/>
        </p:nvPicPr>
        <p:blipFill rotWithShape="1">
          <a:blip r:embed="rId3">
            <a:alphaModFix/>
          </a:blip>
          <a:srcRect b="0" l="0" r="0" t="0"/>
          <a:stretch/>
        </p:blipFill>
        <p:spPr>
          <a:xfrm>
            <a:off x="5148064" y="4302971"/>
            <a:ext cx="3580953" cy="2006349"/>
          </a:xfrm>
          <a:prstGeom prst="rect">
            <a:avLst/>
          </a:prstGeom>
          <a:noFill/>
          <a:ln>
            <a:noFill/>
          </a:ln>
        </p:spPr>
      </p:pic>
      <p:pic>
        <p:nvPicPr>
          <p:cNvPr id="29" name="Google Shape;29;p59"/>
          <p:cNvPicPr preferRelativeResize="0"/>
          <p:nvPr/>
        </p:nvPicPr>
        <p:blipFill rotWithShape="1">
          <a:blip r:embed="rId4">
            <a:alphaModFix/>
          </a:blip>
          <a:srcRect b="0" l="0" r="0" t="0"/>
          <a:stretch/>
        </p:blipFill>
        <p:spPr>
          <a:xfrm>
            <a:off x="7619925" y="6008932"/>
            <a:ext cx="1181100" cy="581025"/>
          </a:xfrm>
          <a:prstGeom prst="rect">
            <a:avLst/>
          </a:prstGeom>
          <a:noFill/>
          <a:ln>
            <a:noFill/>
          </a:ln>
        </p:spPr>
      </p:pic>
      <p:sp>
        <p:nvSpPr>
          <p:cNvPr id="30" name="Google Shape;30;p59"/>
          <p:cNvSpPr/>
          <p:nvPr/>
        </p:nvSpPr>
        <p:spPr>
          <a:xfrm>
            <a:off x="7812360" y="676228"/>
            <a:ext cx="2016224" cy="108012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 name="Google Shape;31;p59"/>
          <p:cNvSpPr/>
          <p:nvPr/>
        </p:nvSpPr>
        <p:spPr>
          <a:xfrm>
            <a:off x="8244408" y="404664"/>
            <a:ext cx="936104" cy="288032"/>
          </a:xfrm>
          <a:prstGeom prst="rect">
            <a:avLst/>
          </a:prstGeom>
          <a:solidFill>
            <a:schemeClr val="dk1"/>
          </a:solidFill>
          <a:ln cap="flat" cmpd="sng" w="25400">
            <a:solidFill>
              <a:srgbClr val="A7252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1"/>
                </a:solidFill>
                <a:latin typeface="Calibri"/>
                <a:ea typeface="Calibri"/>
                <a:cs typeface="Calibri"/>
                <a:sym typeface="Calibri"/>
              </a:rPr>
              <a:t>NOW</a:t>
            </a:r>
            <a:endParaRPr/>
          </a:p>
        </p:txBody>
      </p:sp>
      <p:pic>
        <p:nvPicPr>
          <p:cNvPr id="32" name="Google Shape;32;p59"/>
          <p:cNvPicPr preferRelativeResize="0"/>
          <p:nvPr/>
        </p:nvPicPr>
        <p:blipFill rotWithShape="1">
          <a:blip r:embed="rId5">
            <a:alphaModFix/>
          </a:blip>
          <a:srcRect b="0" l="0" r="0" t="0"/>
          <a:stretch/>
        </p:blipFill>
        <p:spPr>
          <a:xfrm rot="466993">
            <a:off x="1524381" y="2249361"/>
            <a:ext cx="6095238" cy="1777778"/>
          </a:xfrm>
          <a:prstGeom prst="rect">
            <a:avLst/>
          </a:prstGeom>
          <a:noFill/>
          <a:ln>
            <a:noFill/>
          </a:ln>
        </p:spPr>
      </p:pic>
      <p:sp>
        <p:nvSpPr>
          <p:cNvPr id="33" name="Google Shape;33;p59"/>
          <p:cNvSpPr txBox="1"/>
          <p:nvPr/>
        </p:nvSpPr>
        <p:spPr>
          <a:xfrm rot="394127">
            <a:off x="2187294" y="2212641"/>
            <a:ext cx="1542317"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000000"/>
                </a:solidFill>
                <a:latin typeface="Quattrocento Sans"/>
                <a:ea typeface="Quattrocento Sans"/>
                <a:cs typeface="Quattrocento Sans"/>
                <a:sym typeface="Quattrocento Sans"/>
              </a:rPr>
              <a:t>Script</a:t>
            </a:r>
            <a:endParaRPr/>
          </a:p>
        </p:txBody>
      </p:sp>
      <p:sp>
        <p:nvSpPr>
          <p:cNvPr id="34" name="Google Shape;34;p59"/>
          <p:cNvSpPr txBox="1"/>
          <p:nvPr/>
        </p:nvSpPr>
        <p:spPr>
          <a:xfrm rot="394127">
            <a:off x="2861632" y="3404710"/>
            <a:ext cx="15423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Quattrocento Sans"/>
                <a:ea typeface="Quattrocento Sans"/>
                <a:cs typeface="Quattrocento Sans"/>
                <a:sym typeface="Quattrocento Sans"/>
              </a:rPr>
              <a:t>AWK</a:t>
            </a:r>
            <a:endParaRPr/>
          </a:p>
        </p:txBody>
      </p:sp>
      <p:sp>
        <p:nvSpPr>
          <p:cNvPr id="35" name="Google Shape;35;p59"/>
          <p:cNvSpPr txBox="1"/>
          <p:nvPr/>
        </p:nvSpPr>
        <p:spPr>
          <a:xfrm rot="394127">
            <a:off x="4749223" y="3692742"/>
            <a:ext cx="15423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Quattrocento Sans"/>
                <a:ea typeface="Quattrocento Sans"/>
                <a:cs typeface="Quattrocento Sans"/>
                <a:sym typeface="Quattrocento Sans"/>
              </a:rPr>
              <a:t>Sourcing</a:t>
            </a:r>
            <a:endParaRPr/>
          </a:p>
        </p:txBody>
      </p:sp>
      <p:sp>
        <p:nvSpPr>
          <p:cNvPr id="36" name="Google Shape;36;p59"/>
          <p:cNvSpPr txBox="1"/>
          <p:nvPr/>
        </p:nvSpPr>
        <p:spPr>
          <a:xfrm rot="394127">
            <a:off x="6178171" y="3862949"/>
            <a:ext cx="15423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Quattrocento Sans"/>
                <a:ea typeface="Quattrocento Sans"/>
                <a:cs typeface="Quattrocento Sans"/>
                <a:sym typeface="Quattrocento Sans"/>
              </a:rPr>
              <a:t>Piping</a:t>
            </a:r>
            <a:endParaRPr/>
          </a:p>
        </p:txBody>
      </p:sp>
      <p:sp>
        <p:nvSpPr>
          <p:cNvPr id="37" name="Google Shape;37;p59"/>
          <p:cNvSpPr txBox="1"/>
          <p:nvPr/>
        </p:nvSpPr>
        <p:spPr>
          <a:xfrm rot="394127">
            <a:off x="1262561" y="3227974"/>
            <a:ext cx="15423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Quattrocento Sans"/>
                <a:ea typeface="Quattrocento Sans"/>
                <a:cs typeface="Quattrocento Sans"/>
                <a:sym typeface="Quattrocento Sans"/>
              </a:rPr>
              <a:t>SED</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6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000000"/>
              </a:buClr>
              <a:buSzPts val="3200"/>
              <a:buChar char="•"/>
              <a:defRPr>
                <a:solidFill>
                  <a:srgbClr val="000000"/>
                </a:solidFill>
              </a:defRPr>
            </a:lvl1pPr>
            <a:lvl2pPr indent="-406400" lvl="1" marL="914400" algn="l">
              <a:spcBef>
                <a:spcPts val="560"/>
              </a:spcBef>
              <a:spcAft>
                <a:spcPts val="0"/>
              </a:spcAft>
              <a:buClr>
                <a:srgbClr val="000000"/>
              </a:buClr>
              <a:buSzPts val="2800"/>
              <a:buChar char="–"/>
              <a:defRPr>
                <a:solidFill>
                  <a:srgbClr val="000000"/>
                </a:solidFill>
              </a:defRPr>
            </a:lvl2pPr>
            <a:lvl3pPr indent="-381000" lvl="2" marL="1371600" algn="l">
              <a:spcBef>
                <a:spcPts val="480"/>
              </a:spcBef>
              <a:spcAft>
                <a:spcPts val="0"/>
              </a:spcAft>
              <a:buClr>
                <a:srgbClr val="000000"/>
              </a:buClr>
              <a:buSzPts val="2400"/>
              <a:buChar char="•"/>
              <a:defRPr>
                <a:solidFill>
                  <a:srgbClr val="000000"/>
                </a:solidFill>
              </a:defRPr>
            </a:lvl3pPr>
            <a:lvl4pPr indent="-355600" lvl="3" marL="1828800" algn="l">
              <a:spcBef>
                <a:spcPts val="400"/>
              </a:spcBef>
              <a:spcAft>
                <a:spcPts val="0"/>
              </a:spcAft>
              <a:buClr>
                <a:srgbClr val="000000"/>
              </a:buClr>
              <a:buSzPts val="2000"/>
              <a:buChar char="–"/>
              <a:defRPr>
                <a:solidFill>
                  <a:srgbClr val="000000"/>
                </a:solidFill>
              </a:defRPr>
            </a:lvl4pPr>
            <a:lvl5pPr indent="-355600" lvl="4" marL="2286000" algn="l">
              <a:spcBef>
                <a:spcPts val="400"/>
              </a:spcBef>
              <a:spcAft>
                <a:spcPts val="0"/>
              </a:spcAft>
              <a:buClr>
                <a:srgbClr val="000000"/>
              </a:buClr>
              <a:buSzPts val="2000"/>
              <a:buChar char="»"/>
              <a:defRPr>
                <a:solidFill>
                  <a:srgbClr val="000000"/>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Calibri"/>
                <a:ea typeface="Calibri"/>
                <a:cs typeface="Calibri"/>
                <a:sym typeface="Calibri"/>
              </a:defRPr>
            </a:lvl1pPr>
            <a:lvl2pPr indent="0" lvl="1" marL="0" algn="r">
              <a:spcBef>
                <a:spcPts val="0"/>
              </a:spcBef>
              <a:buNone/>
              <a:defRPr b="0" i="0" sz="1200" u="none" cap="none" strike="noStrike">
                <a:solidFill>
                  <a:srgbClr val="000000"/>
                </a:solidFill>
                <a:latin typeface="Calibri"/>
                <a:ea typeface="Calibri"/>
                <a:cs typeface="Calibri"/>
                <a:sym typeface="Calibri"/>
              </a:defRPr>
            </a:lvl2pPr>
            <a:lvl3pPr indent="0" lvl="2" marL="0" algn="r">
              <a:spcBef>
                <a:spcPts val="0"/>
              </a:spcBef>
              <a:buNone/>
              <a:defRPr b="0" i="0" sz="1200" u="none" cap="none" strike="noStrike">
                <a:solidFill>
                  <a:srgbClr val="000000"/>
                </a:solidFill>
                <a:latin typeface="Calibri"/>
                <a:ea typeface="Calibri"/>
                <a:cs typeface="Calibri"/>
                <a:sym typeface="Calibri"/>
              </a:defRPr>
            </a:lvl3pPr>
            <a:lvl4pPr indent="0" lvl="3" marL="0" algn="r">
              <a:spcBef>
                <a:spcPts val="0"/>
              </a:spcBef>
              <a:buNone/>
              <a:defRPr b="0" i="0" sz="1200" u="none" cap="none" strike="noStrike">
                <a:solidFill>
                  <a:srgbClr val="000000"/>
                </a:solidFill>
                <a:latin typeface="Calibri"/>
                <a:ea typeface="Calibri"/>
                <a:cs typeface="Calibri"/>
                <a:sym typeface="Calibri"/>
              </a:defRPr>
            </a:lvl4pPr>
            <a:lvl5pPr indent="0" lvl="4" marL="0" algn="r">
              <a:spcBef>
                <a:spcPts val="0"/>
              </a:spcBef>
              <a:buNone/>
              <a:defRPr b="0" i="0" sz="1200" u="none" cap="none" strike="noStrike">
                <a:solidFill>
                  <a:srgbClr val="000000"/>
                </a:solidFill>
                <a:latin typeface="Calibri"/>
                <a:ea typeface="Calibri"/>
                <a:cs typeface="Calibri"/>
                <a:sym typeface="Calibri"/>
              </a:defRPr>
            </a:lvl5pPr>
            <a:lvl6pPr indent="0" lvl="5" marL="0" algn="r">
              <a:spcBef>
                <a:spcPts val="0"/>
              </a:spcBef>
              <a:buNone/>
              <a:defRPr b="0" i="0" sz="1200" u="none" cap="none" strike="noStrike">
                <a:solidFill>
                  <a:srgbClr val="000000"/>
                </a:solidFill>
                <a:latin typeface="Calibri"/>
                <a:ea typeface="Calibri"/>
                <a:cs typeface="Calibri"/>
                <a:sym typeface="Calibri"/>
              </a:defRPr>
            </a:lvl6pPr>
            <a:lvl7pPr indent="0" lvl="6" marL="0" algn="r">
              <a:spcBef>
                <a:spcPts val="0"/>
              </a:spcBef>
              <a:buNone/>
              <a:defRPr b="0" i="0" sz="1200" u="none" cap="none" strike="noStrike">
                <a:solidFill>
                  <a:srgbClr val="000000"/>
                </a:solidFill>
                <a:latin typeface="Calibri"/>
                <a:ea typeface="Calibri"/>
                <a:cs typeface="Calibri"/>
                <a:sym typeface="Calibri"/>
              </a:defRPr>
            </a:lvl7pPr>
            <a:lvl8pPr indent="0" lvl="7" marL="0" algn="r">
              <a:spcBef>
                <a:spcPts val="0"/>
              </a:spcBef>
              <a:buNone/>
              <a:defRPr b="0" i="0" sz="1200" u="none" cap="none" strike="noStrike">
                <a:solidFill>
                  <a:srgbClr val="000000"/>
                </a:solidFill>
                <a:latin typeface="Calibri"/>
                <a:ea typeface="Calibri"/>
                <a:cs typeface="Calibri"/>
                <a:sym typeface="Calibri"/>
              </a:defRPr>
            </a:lvl8pPr>
            <a:lvl9pPr indent="0" lvl="8" marL="0" algn="r">
              <a:spcBef>
                <a:spcPts val="0"/>
              </a:spcBef>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pic>
        <p:nvPicPr>
          <p:cNvPr id="45" name="Google Shape;45;p61"/>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46" name="Google Shape;46;p61"/>
          <p:cNvSpPr txBox="1"/>
          <p:nvPr>
            <p:ph type="title"/>
          </p:nvPr>
        </p:nvSpPr>
        <p:spPr>
          <a:xfrm>
            <a:off x="323528" y="3212977"/>
            <a:ext cx="8424936" cy="1728192"/>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1"/>
              </a:buClr>
              <a:buSzPts val="4400"/>
              <a:buFont typeface="Calibri"/>
              <a:buNone/>
              <a:defRPr b="1"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1"/>
          <p:cNvSpPr txBox="1"/>
          <p:nvPr>
            <p:ph idx="1" type="body"/>
          </p:nvPr>
        </p:nvSpPr>
        <p:spPr>
          <a:xfrm>
            <a:off x="323528" y="2078907"/>
            <a:ext cx="8424936" cy="113407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EC8D8C"/>
              </a:buClr>
              <a:buSzPts val="2000"/>
              <a:buNone/>
              <a:defRPr sz="2000">
                <a:solidFill>
                  <a:srgbClr val="EC8D8C"/>
                </a:solidFill>
              </a:defRPr>
            </a:lvl1pPr>
            <a:lvl2pPr indent="-228600" lvl="1" marL="914400" algn="l">
              <a:spcBef>
                <a:spcPts val="360"/>
              </a:spcBef>
              <a:spcAft>
                <a:spcPts val="0"/>
              </a:spcAft>
              <a:buClr>
                <a:srgbClr val="EC8D8C"/>
              </a:buClr>
              <a:buSzPts val="1800"/>
              <a:buNone/>
              <a:defRPr sz="1800">
                <a:solidFill>
                  <a:srgbClr val="EC8D8C"/>
                </a:solidFill>
              </a:defRPr>
            </a:lvl2pPr>
            <a:lvl3pPr indent="-228600" lvl="2" marL="1371600" algn="l">
              <a:spcBef>
                <a:spcPts val="320"/>
              </a:spcBef>
              <a:spcAft>
                <a:spcPts val="0"/>
              </a:spcAft>
              <a:buClr>
                <a:srgbClr val="EC8D8C"/>
              </a:buClr>
              <a:buSzPts val="1600"/>
              <a:buNone/>
              <a:defRPr sz="1600">
                <a:solidFill>
                  <a:srgbClr val="EC8D8C"/>
                </a:solidFill>
              </a:defRPr>
            </a:lvl3pPr>
            <a:lvl4pPr indent="-228600" lvl="3" marL="1828800" algn="l">
              <a:spcBef>
                <a:spcPts val="280"/>
              </a:spcBef>
              <a:spcAft>
                <a:spcPts val="0"/>
              </a:spcAft>
              <a:buClr>
                <a:srgbClr val="EC8D8C"/>
              </a:buClr>
              <a:buSzPts val="1400"/>
              <a:buNone/>
              <a:defRPr sz="1400">
                <a:solidFill>
                  <a:srgbClr val="EC8D8C"/>
                </a:solidFill>
              </a:defRPr>
            </a:lvl4pPr>
            <a:lvl5pPr indent="-228600" lvl="4" marL="2286000" algn="l">
              <a:spcBef>
                <a:spcPts val="280"/>
              </a:spcBef>
              <a:spcAft>
                <a:spcPts val="0"/>
              </a:spcAft>
              <a:buClr>
                <a:srgbClr val="EC8D8C"/>
              </a:buClr>
              <a:buSzPts val="1400"/>
              <a:buNone/>
              <a:defRPr sz="1400">
                <a:solidFill>
                  <a:srgbClr val="EC8D8C"/>
                </a:solidFill>
              </a:defRPr>
            </a:lvl5pPr>
            <a:lvl6pPr indent="-228600" lvl="5" marL="2743200" algn="l">
              <a:spcBef>
                <a:spcPts val="280"/>
              </a:spcBef>
              <a:spcAft>
                <a:spcPts val="0"/>
              </a:spcAft>
              <a:buClr>
                <a:srgbClr val="EC8D8C"/>
              </a:buClr>
              <a:buSzPts val="1400"/>
              <a:buNone/>
              <a:defRPr sz="1400">
                <a:solidFill>
                  <a:srgbClr val="EC8D8C"/>
                </a:solidFill>
              </a:defRPr>
            </a:lvl6pPr>
            <a:lvl7pPr indent="-228600" lvl="6" marL="3200400" algn="l">
              <a:spcBef>
                <a:spcPts val="280"/>
              </a:spcBef>
              <a:spcAft>
                <a:spcPts val="0"/>
              </a:spcAft>
              <a:buClr>
                <a:srgbClr val="EC8D8C"/>
              </a:buClr>
              <a:buSzPts val="1400"/>
              <a:buNone/>
              <a:defRPr sz="1400">
                <a:solidFill>
                  <a:srgbClr val="EC8D8C"/>
                </a:solidFill>
              </a:defRPr>
            </a:lvl7pPr>
            <a:lvl8pPr indent="-228600" lvl="7" marL="3657600" algn="l">
              <a:spcBef>
                <a:spcPts val="280"/>
              </a:spcBef>
              <a:spcAft>
                <a:spcPts val="0"/>
              </a:spcAft>
              <a:buClr>
                <a:srgbClr val="EC8D8C"/>
              </a:buClr>
              <a:buSzPts val="1400"/>
              <a:buNone/>
              <a:defRPr sz="1400">
                <a:solidFill>
                  <a:srgbClr val="EC8D8C"/>
                </a:solidFill>
              </a:defRPr>
            </a:lvl8pPr>
            <a:lvl9pPr indent="-228600" lvl="8" marL="4114800" algn="l">
              <a:spcBef>
                <a:spcPts val="280"/>
              </a:spcBef>
              <a:spcAft>
                <a:spcPts val="0"/>
              </a:spcAft>
              <a:buClr>
                <a:srgbClr val="EC8D8C"/>
              </a:buClr>
              <a:buSzPts val="1400"/>
              <a:buNone/>
              <a:defRPr sz="1400">
                <a:solidFill>
                  <a:srgbClr val="EC8D8C"/>
                </a:solidFill>
              </a:defRPr>
            </a:lvl9pPr>
          </a:lstStyle>
          <a:p/>
        </p:txBody>
      </p:sp>
      <p:sp>
        <p:nvSpPr>
          <p:cNvPr id="48" name="Google Shape;48;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1" name="Google Shape;51;p61"/>
          <p:cNvPicPr preferRelativeResize="0"/>
          <p:nvPr/>
        </p:nvPicPr>
        <p:blipFill rotWithShape="1">
          <a:blip r:embed="rId3">
            <a:alphaModFix/>
          </a:blip>
          <a:srcRect b="0" l="0" r="0" t="0"/>
          <a:stretch/>
        </p:blipFill>
        <p:spPr>
          <a:xfrm>
            <a:off x="5076056" y="4293096"/>
            <a:ext cx="3580953" cy="2006349"/>
          </a:xfrm>
          <a:prstGeom prst="rect">
            <a:avLst/>
          </a:prstGeom>
          <a:noFill/>
          <a:ln>
            <a:noFill/>
          </a:ln>
        </p:spPr>
      </p:pic>
      <p:sp>
        <p:nvSpPr>
          <p:cNvPr id="52" name="Google Shape;52;p61"/>
          <p:cNvSpPr/>
          <p:nvPr/>
        </p:nvSpPr>
        <p:spPr>
          <a:xfrm>
            <a:off x="-288032" y="3284984"/>
            <a:ext cx="576064" cy="576064"/>
          </a:xfrm>
          <a:prstGeom prst="roundRect">
            <a:avLst>
              <a:gd fmla="val 31263" name="adj"/>
            </a:avLst>
          </a:prstGeom>
          <a:solidFill>
            <a:srgbClr val="E533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62"/>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6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000000"/>
              </a:buClr>
              <a:buSzPts val="2800"/>
              <a:buChar char="•"/>
              <a:defRPr sz="2800"/>
            </a:lvl1pPr>
            <a:lvl2pPr indent="-381000" lvl="1" marL="914400" algn="l">
              <a:spcBef>
                <a:spcPts val="480"/>
              </a:spcBef>
              <a:spcAft>
                <a:spcPts val="0"/>
              </a:spcAft>
              <a:buClr>
                <a:srgbClr val="000000"/>
              </a:buClr>
              <a:buSzPts val="2400"/>
              <a:buChar char="–"/>
              <a:defRPr sz="2400"/>
            </a:lvl2pPr>
            <a:lvl3pPr indent="-355600" lvl="2" marL="1371600" algn="l">
              <a:spcBef>
                <a:spcPts val="400"/>
              </a:spcBef>
              <a:spcAft>
                <a:spcPts val="0"/>
              </a:spcAft>
              <a:buClr>
                <a:srgbClr val="000000"/>
              </a:buClr>
              <a:buSzPts val="2000"/>
              <a:buChar char="•"/>
              <a:defRPr sz="2000"/>
            </a:lvl3pPr>
            <a:lvl4pPr indent="-342900" lvl="3" marL="1828800" algn="l">
              <a:spcBef>
                <a:spcPts val="360"/>
              </a:spcBef>
              <a:spcAft>
                <a:spcPts val="0"/>
              </a:spcAft>
              <a:buClr>
                <a:srgbClr val="000000"/>
              </a:buClr>
              <a:buSzPts val="1800"/>
              <a:buChar char="–"/>
              <a:defRPr sz="1800"/>
            </a:lvl4pPr>
            <a:lvl5pPr indent="-342900" lvl="4" marL="2286000" algn="l">
              <a:spcBef>
                <a:spcPts val="360"/>
              </a:spcBef>
              <a:spcAft>
                <a:spcPts val="0"/>
              </a:spcAft>
              <a:buClr>
                <a:srgbClr val="000000"/>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6" name="Google Shape;56;p6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000000"/>
              </a:buClr>
              <a:buSzPts val="2800"/>
              <a:buChar char="•"/>
              <a:defRPr sz="2800"/>
            </a:lvl1pPr>
            <a:lvl2pPr indent="-381000" lvl="1" marL="914400" algn="l">
              <a:spcBef>
                <a:spcPts val="480"/>
              </a:spcBef>
              <a:spcAft>
                <a:spcPts val="0"/>
              </a:spcAft>
              <a:buClr>
                <a:srgbClr val="000000"/>
              </a:buClr>
              <a:buSzPts val="2400"/>
              <a:buChar char="–"/>
              <a:defRPr sz="2400"/>
            </a:lvl2pPr>
            <a:lvl3pPr indent="-355600" lvl="2" marL="1371600" algn="l">
              <a:spcBef>
                <a:spcPts val="400"/>
              </a:spcBef>
              <a:spcAft>
                <a:spcPts val="0"/>
              </a:spcAft>
              <a:buClr>
                <a:srgbClr val="000000"/>
              </a:buClr>
              <a:buSzPts val="2000"/>
              <a:buChar char="•"/>
              <a:defRPr sz="2000"/>
            </a:lvl3pPr>
            <a:lvl4pPr indent="-342900" lvl="3" marL="1828800" algn="l">
              <a:spcBef>
                <a:spcPts val="360"/>
              </a:spcBef>
              <a:spcAft>
                <a:spcPts val="0"/>
              </a:spcAft>
              <a:buClr>
                <a:srgbClr val="000000"/>
              </a:buClr>
              <a:buSzPts val="1800"/>
              <a:buChar char="–"/>
              <a:defRPr sz="1800"/>
            </a:lvl4pPr>
            <a:lvl5pPr indent="-342900" lvl="4" marL="2286000" algn="l">
              <a:spcBef>
                <a:spcPts val="360"/>
              </a:spcBef>
              <a:spcAft>
                <a:spcPts val="0"/>
              </a:spcAft>
              <a:buClr>
                <a:srgbClr val="000000"/>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7" name="Google Shape;57;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63"/>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6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000000"/>
              </a:buClr>
              <a:buSzPts val="2400"/>
              <a:buNone/>
              <a:defRPr b="1" sz="2400"/>
            </a:lvl1pPr>
            <a:lvl2pPr indent="-228600" lvl="1" marL="914400" algn="l">
              <a:spcBef>
                <a:spcPts val="400"/>
              </a:spcBef>
              <a:spcAft>
                <a:spcPts val="0"/>
              </a:spcAft>
              <a:buClr>
                <a:srgbClr val="000000"/>
              </a:buClr>
              <a:buSzPts val="2000"/>
              <a:buNone/>
              <a:defRPr b="1" sz="2000"/>
            </a:lvl2pPr>
            <a:lvl3pPr indent="-228600" lvl="2" marL="1371600" algn="l">
              <a:spcBef>
                <a:spcPts val="360"/>
              </a:spcBef>
              <a:spcAft>
                <a:spcPts val="0"/>
              </a:spcAft>
              <a:buClr>
                <a:srgbClr val="000000"/>
              </a:buClr>
              <a:buSzPts val="1800"/>
              <a:buNone/>
              <a:defRPr b="1" sz="1800"/>
            </a:lvl3pPr>
            <a:lvl4pPr indent="-228600" lvl="3" marL="1828800" algn="l">
              <a:spcBef>
                <a:spcPts val="320"/>
              </a:spcBef>
              <a:spcAft>
                <a:spcPts val="0"/>
              </a:spcAft>
              <a:buClr>
                <a:srgbClr val="000000"/>
              </a:buClr>
              <a:buSzPts val="1600"/>
              <a:buNone/>
              <a:defRPr b="1" sz="1600"/>
            </a:lvl4pPr>
            <a:lvl5pPr indent="-228600" lvl="4" marL="2286000" algn="l">
              <a:spcBef>
                <a:spcPts val="320"/>
              </a:spcBef>
              <a:spcAft>
                <a:spcPts val="0"/>
              </a:spcAft>
              <a:buClr>
                <a:srgbClr val="000000"/>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6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00000"/>
              </a:buClr>
              <a:buSzPts val="2400"/>
              <a:buChar char="•"/>
              <a:defRPr sz="2400"/>
            </a:lvl1pPr>
            <a:lvl2pPr indent="-355600" lvl="1" marL="914400" algn="l">
              <a:spcBef>
                <a:spcPts val="400"/>
              </a:spcBef>
              <a:spcAft>
                <a:spcPts val="0"/>
              </a:spcAft>
              <a:buClr>
                <a:srgbClr val="000000"/>
              </a:buClr>
              <a:buSzPts val="2000"/>
              <a:buChar char="–"/>
              <a:defRPr sz="2000"/>
            </a:lvl2pPr>
            <a:lvl3pPr indent="-342900" lvl="2" marL="1371600" algn="l">
              <a:spcBef>
                <a:spcPts val="360"/>
              </a:spcBef>
              <a:spcAft>
                <a:spcPts val="0"/>
              </a:spcAft>
              <a:buClr>
                <a:srgbClr val="000000"/>
              </a:buClr>
              <a:buSzPts val="1800"/>
              <a:buChar char="•"/>
              <a:defRPr sz="1800"/>
            </a:lvl3pPr>
            <a:lvl4pPr indent="-330200" lvl="3" marL="1828800" algn="l">
              <a:spcBef>
                <a:spcPts val="320"/>
              </a:spcBef>
              <a:spcAft>
                <a:spcPts val="0"/>
              </a:spcAft>
              <a:buClr>
                <a:srgbClr val="000000"/>
              </a:buClr>
              <a:buSzPts val="1600"/>
              <a:buChar char="–"/>
              <a:defRPr sz="1600"/>
            </a:lvl4pPr>
            <a:lvl5pPr indent="-330200" lvl="4" marL="2286000" algn="l">
              <a:spcBef>
                <a:spcPts val="320"/>
              </a:spcBef>
              <a:spcAft>
                <a:spcPts val="0"/>
              </a:spcAft>
              <a:buClr>
                <a:srgbClr val="000000"/>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6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000000"/>
              </a:buClr>
              <a:buSzPts val="2400"/>
              <a:buNone/>
              <a:defRPr b="1" sz="2400"/>
            </a:lvl1pPr>
            <a:lvl2pPr indent="-228600" lvl="1" marL="914400" algn="l">
              <a:spcBef>
                <a:spcPts val="400"/>
              </a:spcBef>
              <a:spcAft>
                <a:spcPts val="0"/>
              </a:spcAft>
              <a:buClr>
                <a:srgbClr val="000000"/>
              </a:buClr>
              <a:buSzPts val="2000"/>
              <a:buNone/>
              <a:defRPr b="1" sz="2000"/>
            </a:lvl2pPr>
            <a:lvl3pPr indent="-228600" lvl="2" marL="1371600" algn="l">
              <a:spcBef>
                <a:spcPts val="360"/>
              </a:spcBef>
              <a:spcAft>
                <a:spcPts val="0"/>
              </a:spcAft>
              <a:buClr>
                <a:srgbClr val="000000"/>
              </a:buClr>
              <a:buSzPts val="1800"/>
              <a:buNone/>
              <a:defRPr b="1" sz="1800"/>
            </a:lvl3pPr>
            <a:lvl4pPr indent="-228600" lvl="3" marL="1828800" algn="l">
              <a:spcBef>
                <a:spcPts val="320"/>
              </a:spcBef>
              <a:spcAft>
                <a:spcPts val="0"/>
              </a:spcAft>
              <a:buClr>
                <a:srgbClr val="000000"/>
              </a:buClr>
              <a:buSzPts val="1600"/>
              <a:buNone/>
              <a:defRPr b="1" sz="1600"/>
            </a:lvl4pPr>
            <a:lvl5pPr indent="-228600" lvl="4" marL="2286000" algn="l">
              <a:spcBef>
                <a:spcPts val="320"/>
              </a:spcBef>
              <a:spcAft>
                <a:spcPts val="0"/>
              </a:spcAft>
              <a:buClr>
                <a:srgbClr val="000000"/>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6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00000"/>
              </a:buClr>
              <a:buSzPts val="2400"/>
              <a:buChar char="•"/>
              <a:defRPr sz="2400"/>
            </a:lvl1pPr>
            <a:lvl2pPr indent="-355600" lvl="1" marL="914400" algn="l">
              <a:spcBef>
                <a:spcPts val="400"/>
              </a:spcBef>
              <a:spcAft>
                <a:spcPts val="0"/>
              </a:spcAft>
              <a:buClr>
                <a:srgbClr val="000000"/>
              </a:buClr>
              <a:buSzPts val="2000"/>
              <a:buChar char="–"/>
              <a:defRPr sz="2000"/>
            </a:lvl2pPr>
            <a:lvl3pPr indent="-342900" lvl="2" marL="1371600" algn="l">
              <a:spcBef>
                <a:spcPts val="360"/>
              </a:spcBef>
              <a:spcAft>
                <a:spcPts val="0"/>
              </a:spcAft>
              <a:buClr>
                <a:srgbClr val="000000"/>
              </a:buClr>
              <a:buSzPts val="1800"/>
              <a:buChar char="•"/>
              <a:defRPr sz="1800"/>
            </a:lvl3pPr>
            <a:lvl4pPr indent="-330200" lvl="3" marL="1828800" algn="l">
              <a:spcBef>
                <a:spcPts val="320"/>
              </a:spcBef>
              <a:spcAft>
                <a:spcPts val="0"/>
              </a:spcAft>
              <a:buClr>
                <a:srgbClr val="000000"/>
              </a:buClr>
              <a:buSzPts val="1600"/>
              <a:buChar char="–"/>
              <a:defRPr sz="1600"/>
            </a:lvl4pPr>
            <a:lvl5pPr indent="-330200" lvl="4" marL="2286000" algn="l">
              <a:spcBef>
                <a:spcPts val="320"/>
              </a:spcBef>
              <a:spcAft>
                <a:spcPts val="0"/>
              </a:spcAft>
              <a:buClr>
                <a:srgbClr val="000000"/>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64"/>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6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000000"/>
              </a:buClr>
              <a:buSzPts val="3200"/>
              <a:buChar char="•"/>
              <a:defRPr sz="3200"/>
            </a:lvl1pPr>
            <a:lvl2pPr indent="-406400" lvl="1" marL="914400" algn="l">
              <a:spcBef>
                <a:spcPts val="560"/>
              </a:spcBef>
              <a:spcAft>
                <a:spcPts val="0"/>
              </a:spcAft>
              <a:buClr>
                <a:srgbClr val="000000"/>
              </a:buClr>
              <a:buSzPts val="2800"/>
              <a:buChar char="–"/>
              <a:defRPr sz="2800"/>
            </a:lvl2pPr>
            <a:lvl3pPr indent="-381000" lvl="2" marL="1371600" algn="l">
              <a:spcBef>
                <a:spcPts val="480"/>
              </a:spcBef>
              <a:spcAft>
                <a:spcPts val="0"/>
              </a:spcAft>
              <a:buClr>
                <a:srgbClr val="000000"/>
              </a:buClr>
              <a:buSzPts val="2400"/>
              <a:buChar char="•"/>
              <a:defRPr sz="2400"/>
            </a:lvl3pPr>
            <a:lvl4pPr indent="-355600" lvl="3" marL="1828800" algn="l">
              <a:spcBef>
                <a:spcPts val="400"/>
              </a:spcBef>
              <a:spcAft>
                <a:spcPts val="0"/>
              </a:spcAft>
              <a:buClr>
                <a:srgbClr val="000000"/>
              </a:buClr>
              <a:buSzPts val="2000"/>
              <a:buChar char="–"/>
              <a:defRPr sz="2000"/>
            </a:lvl4pPr>
            <a:lvl5pPr indent="-355600" lvl="4" marL="2286000" algn="l">
              <a:spcBef>
                <a:spcPts val="400"/>
              </a:spcBef>
              <a:spcAft>
                <a:spcPts val="0"/>
              </a:spcAft>
              <a:buClr>
                <a:srgbClr val="000000"/>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81" name="Google Shape;81;p6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000000"/>
              </a:buClr>
              <a:buSzPts val="1400"/>
              <a:buNone/>
              <a:defRPr sz="1400"/>
            </a:lvl1pPr>
            <a:lvl2pPr indent="-228600" lvl="1" marL="914400" algn="l">
              <a:spcBef>
                <a:spcPts val="240"/>
              </a:spcBef>
              <a:spcAft>
                <a:spcPts val="0"/>
              </a:spcAft>
              <a:buClr>
                <a:srgbClr val="000000"/>
              </a:buClr>
              <a:buSzPts val="1200"/>
              <a:buNone/>
              <a:defRPr sz="1200"/>
            </a:lvl2pPr>
            <a:lvl3pPr indent="-228600" lvl="2" marL="1371600" algn="l">
              <a:spcBef>
                <a:spcPts val="200"/>
              </a:spcBef>
              <a:spcAft>
                <a:spcPts val="0"/>
              </a:spcAft>
              <a:buClr>
                <a:srgbClr val="000000"/>
              </a:buClr>
              <a:buSzPts val="1000"/>
              <a:buNone/>
              <a:defRPr sz="1000"/>
            </a:lvl3pPr>
            <a:lvl4pPr indent="-228600" lvl="3" marL="1828800" algn="l">
              <a:spcBef>
                <a:spcPts val="180"/>
              </a:spcBef>
              <a:spcAft>
                <a:spcPts val="0"/>
              </a:spcAft>
              <a:buClr>
                <a:srgbClr val="000000"/>
              </a:buClr>
              <a:buSzPts val="900"/>
              <a:buNone/>
              <a:defRPr sz="900"/>
            </a:lvl4pPr>
            <a:lvl5pPr indent="-228600" lvl="4" marL="2286000" algn="l">
              <a:spcBef>
                <a:spcPts val="180"/>
              </a:spcBef>
              <a:spcAft>
                <a:spcPts val="0"/>
              </a:spcAft>
              <a:buClr>
                <a:srgbClr val="000000"/>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2" name="Google Shape;82;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6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67"/>
          <p:cNvSpPr/>
          <p:nvPr>
            <p:ph idx="2" type="pic"/>
          </p:nvPr>
        </p:nvSpPr>
        <p:spPr>
          <a:xfrm>
            <a:off x="1792288" y="612775"/>
            <a:ext cx="5486400" cy="4114800"/>
          </a:xfrm>
          <a:prstGeom prst="rect">
            <a:avLst/>
          </a:prstGeom>
          <a:noFill/>
          <a:ln>
            <a:noFill/>
          </a:ln>
        </p:spPr>
      </p:sp>
      <p:sp>
        <p:nvSpPr>
          <p:cNvPr id="88" name="Google Shape;88;p6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000000"/>
              </a:buClr>
              <a:buSzPts val="1400"/>
              <a:buNone/>
              <a:defRPr sz="1400"/>
            </a:lvl1pPr>
            <a:lvl2pPr indent="-228600" lvl="1" marL="914400" algn="l">
              <a:spcBef>
                <a:spcPts val="240"/>
              </a:spcBef>
              <a:spcAft>
                <a:spcPts val="0"/>
              </a:spcAft>
              <a:buClr>
                <a:srgbClr val="000000"/>
              </a:buClr>
              <a:buSzPts val="1200"/>
              <a:buNone/>
              <a:defRPr sz="1200"/>
            </a:lvl2pPr>
            <a:lvl3pPr indent="-228600" lvl="2" marL="1371600" algn="l">
              <a:spcBef>
                <a:spcPts val="200"/>
              </a:spcBef>
              <a:spcAft>
                <a:spcPts val="0"/>
              </a:spcAft>
              <a:buClr>
                <a:srgbClr val="000000"/>
              </a:buClr>
              <a:buSzPts val="1000"/>
              <a:buNone/>
              <a:defRPr sz="1000"/>
            </a:lvl3pPr>
            <a:lvl4pPr indent="-228600" lvl="3" marL="1828800" algn="l">
              <a:spcBef>
                <a:spcPts val="180"/>
              </a:spcBef>
              <a:spcAft>
                <a:spcPts val="0"/>
              </a:spcAft>
              <a:buClr>
                <a:srgbClr val="000000"/>
              </a:buClr>
              <a:buSzPts val="900"/>
              <a:buNone/>
              <a:defRPr sz="900"/>
            </a:lvl4pPr>
            <a:lvl5pPr indent="-228600" lvl="4" marL="2286000" algn="l">
              <a:spcBef>
                <a:spcPts val="180"/>
              </a:spcBef>
              <a:spcAft>
                <a:spcPts val="0"/>
              </a:spcAft>
              <a:buClr>
                <a:srgbClr val="000000"/>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9" name="Google Shape;89;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68"/>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68"/>
          <p:cNvSpPr txBox="1"/>
          <p:nvPr>
            <p:ph idx="1" type="body"/>
          </p:nvPr>
        </p:nvSpPr>
        <p:spPr>
          <a:xfrm rot="5400000">
            <a:off x="2206179" y="-354458"/>
            <a:ext cx="4525963" cy="843528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000000"/>
              </a:buClr>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000000"/>
              </a:buClr>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58"/>
          <p:cNvPicPr preferRelativeResize="0"/>
          <p:nvPr/>
        </p:nvPicPr>
        <p:blipFill rotWithShape="1">
          <a:blip r:embed="rId1">
            <a:alphaModFix/>
          </a:blip>
          <a:srcRect b="0" l="0" r="0" t="0"/>
          <a:stretch/>
        </p:blipFill>
        <p:spPr>
          <a:xfrm>
            <a:off x="0" y="0"/>
            <a:ext cx="9144000" cy="6858000"/>
          </a:xfrm>
          <a:prstGeom prst="rect">
            <a:avLst/>
          </a:prstGeom>
          <a:noFill/>
          <a:ln>
            <a:noFill/>
          </a:ln>
        </p:spPr>
      </p:pic>
      <p:sp>
        <p:nvSpPr>
          <p:cNvPr id="11" name="Google Shape;11;p58"/>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58"/>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1pPr>
            <a:lvl2pPr indent="-406400" lvl="1" marL="914400" marR="0" rtl="0" algn="l">
              <a:spcBef>
                <a:spcPts val="56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381000" lvl="2" marL="1371600" marR="0" rtl="0" algn="l">
              <a:spcBef>
                <a:spcPts val="480"/>
              </a:spcBef>
              <a:spcAft>
                <a:spcPts val="0"/>
              </a:spcAft>
              <a:buClr>
                <a:srgbClr val="000000"/>
              </a:buClr>
              <a:buSzPts val="2400"/>
              <a:buFont typeface="Arial"/>
              <a:buChar char="•"/>
              <a:defRPr b="0" i="0" sz="2400" u="none" cap="none" strike="noStrike">
                <a:solidFill>
                  <a:srgbClr val="000000"/>
                </a:solidFill>
                <a:latin typeface="Calibri"/>
                <a:ea typeface="Calibri"/>
                <a:cs typeface="Calibri"/>
                <a:sym typeface="Calibri"/>
              </a:defRPr>
            </a:lvl3pPr>
            <a:lvl4pPr indent="-355600" lvl="3" marL="1828800" marR="0" rtl="0" algn="l">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4pPr>
            <a:lvl5pPr indent="-355600" lvl="4" marL="2286000" marR="0" rtl="0" algn="l">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EC8D8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EC8D8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EC8D8C"/>
                </a:solidFill>
                <a:latin typeface="Calibri"/>
                <a:ea typeface="Calibri"/>
                <a:cs typeface="Calibri"/>
                <a:sym typeface="Calibri"/>
              </a:defRPr>
            </a:lvl1pPr>
            <a:lvl2pPr indent="0" lvl="1" marL="0" marR="0" rtl="0" algn="r">
              <a:spcBef>
                <a:spcPts val="0"/>
              </a:spcBef>
              <a:buNone/>
              <a:defRPr b="0" i="0" sz="1200" u="none" cap="none" strike="noStrike">
                <a:solidFill>
                  <a:srgbClr val="EC8D8C"/>
                </a:solidFill>
                <a:latin typeface="Calibri"/>
                <a:ea typeface="Calibri"/>
                <a:cs typeface="Calibri"/>
                <a:sym typeface="Calibri"/>
              </a:defRPr>
            </a:lvl2pPr>
            <a:lvl3pPr indent="0" lvl="2" marL="0" marR="0" rtl="0" algn="r">
              <a:spcBef>
                <a:spcPts val="0"/>
              </a:spcBef>
              <a:buNone/>
              <a:defRPr b="0" i="0" sz="1200" u="none" cap="none" strike="noStrike">
                <a:solidFill>
                  <a:srgbClr val="EC8D8C"/>
                </a:solidFill>
                <a:latin typeface="Calibri"/>
                <a:ea typeface="Calibri"/>
                <a:cs typeface="Calibri"/>
                <a:sym typeface="Calibri"/>
              </a:defRPr>
            </a:lvl3pPr>
            <a:lvl4pPr indent="0" lvl="3" marL="0" marR="0" rtl="0" algn="r">
              <a:spcBef>
                <a:spcPts val="0"/>
              </a:spcBef>
              <a:buNone/>
              <a:defRPr b="0" i="0" sz="1200" u="none" cap="none" strike="noStrike">
                <a:solidFill>
                  <a:srgbClr val="EC8D8C"/>
                </a:solidFill>
                <a:latin typeface="Calibri"/>
                <a:ea typeface="Calibri"/>
                <a:cs typeface="Calibri"/>
                <a:sym typeface="Calibri"/>
              </a:defRPr>
            </a:lvl4pPr>
            <a:lvl5pPr indent="0" lvl="4" marL="0" marR="0" rtl="0" algn="r">
              <a:spcBef>
                <a:spcPts val="0"/>
              </a:spcBef>
              <a:buNone/>
              <a:defRPr b="0" i="0" sz="1200" u="none" cap="none" strike="noStrike">
                <a:solidFill>
                  <a:srgbClr val="EC8D8C"/>
                </a:solidFill>
                <a:latin typeface="Calibri"/>
                <a:ea typeface="Calibri"/>
                <a:cs typeface="Calibri"/>
                <a:sym typeface="Calibri"/>
              </a:defRPr>
            </a:lvl5pPr>
            <a:lvl6pPr indent="0" lvl="5" marL="0" marR="0" rtl="0" algn="r">
              <a:spcBef>
                <a:spcPts val="0"/>
              </a:spcBef>
              <a:buNone/>
              <a:defRPr b="0" i="0" sz="1200" u="none" cap="none" strike="noStrike">
                <a:solidFill>
                  <a:srgbClr val="EC8D8C"/>
                </a:solidFill>
                <a:latin typeface="Calibri"/>
                <a:ea typeface="Calibri"/>
                <a:cs typeface="Calibri"/>
                <a:sym typeface="Calibri"/>
              </a:defRPr>
            </a:lvl6pPr>
            <a:lvl7pPr indent="0" lvl="6" marL="0" marR="0" rtl="0" algn="r">
              <a:spcBef>
                <a:spcPts val="0"/>
              </a:spcBef>
              <a:buNone/>
              <a:defRPr b="0" i="0" sz="1200" u="none" cap="none" strike="noStrike">
                <a:solidFill>
                  <a:srgbClr val="EC8D8C"/>
                </a:solidFill>
                <a:latin typeface="Calibri"/>
                <a:ea typeface="Calibri"/>
                <a:cs typeface="Calibri"/>
                <a:sym typeface="Calibri"/>
              </a:defRPr>
            </a:lvl7pPr>
            <a:lvl8pPr indent="0" lvl="7" marL="0" marR="0" rtl="0" algn="r">
              <a:spcBef>
                <a:spcPts val="0"/>
              </a:spcBef>
              <a:buNone/>
              <a:defRPr b="0" i="0" sz="1200" u="none" cap="none" strike="noStrike">
                <a:solidFill>
                  <a:srgbClr val="EC8D8C"/>
                </a:solidFill>
                <a:latin typeface="Calibri"/>
                <a:ea typeface="Calibri"/>
                <a:cs typeface="Calibri"/>
                <a:sym typeface="Calibri"/>
              </a:defRPr>
            </a:lvl8pPr>
            <a:lvl9pPr indent="0" lvl="8" marL="0" marR="0" rtl="0" algn="r">
              <a:spcBef>
                <a:spcPts val="0"/>
              </a:spcBef>
              <a:buNone/>
              <a:defRPr b="0" i="0" sz="1200" u="none" cap="none" strike="noStrike">
                <a:solidFill>
                  <a:srgbClr val="EC8D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6" name="Google Shape;16;p58"/>
          <p:cNvCxnSpPr/>
          <p:nvPr/>
        </p:nvCxnSpPr>
        <p:spPr>
          <a:xfrm>
            <a:off x="0" y="6237312"/>
            <a:ext cx="9144000" cy="0"/>
          </a:xfrm>
          <a:prstGeom prst="straightConnector1">
            <a:avLst/>
          </a:prstGeom>
          <a:noFill/>
          <a:ln cap="flat" cmpd="sng" w="38100">
            <a:solidFill>
              <a:srgbClr val="E5332E"/>
            </a:solidFill>
            <a:prstDash val="solid"/>
            <a:round/>
            <a:headEnd len="sm" w="sm" type="none"/>
            <a:tailEnd len="sm" w="sm" type="none"/>
          </a:ln>
        </p:spPr>
      </p:cxnSp>
      <p:cxnSp>
        <p:nvCxnSpPr>
          <p:cNvPr id="17" name="Google Shape;17;p58"/>
          <p:cNvCxnSpPr/>
          <p:nvPr/>
        </p:nvCxnSpPr>
        <p:spPr>
          <a:xfrm rot="10800000">
            <a:off x="8568952" y="1196752"/>
            <a:ext cx="611560" cy="4950"/>
          </a:xfrm>
          <a:prstGeom prst="straightConnector1">
            <a:avLst/>
          </a:prstGeom>
          <a:noFill/>
          <a:ln cap="flat" cmpd="sng" w="38100">
            <a:solidFill>
              <a:srgbClr val="E5332E"/>
            </a:solidFill>
            <a:prstDash val="solid"/>
            <a:round/>
            <a:headEnd len="sm" w="sm" type="none"/>
            <a:tailEnd len="sm" w="sm" type="none"/>
          </a:ln>
        </p:spPr>
      </p:cxnSp>
      <p:sp>
        <p:nvSpPr>
          <p:cNvPr id="18" name="Google Shape;18;p58"/>
          <p:cNvSpPr/>
          <p:nvPr/>
        </p:nvSpPr>
        <p:spPr>
          <a:xfrm>
            <a:off x="-324544" y="404664"/>
            <a:ext cx="576064" cy="576064"/>
          </a:xfrm>
          <a:prstGeom prst="roundRect">
            <a:avLst>
              <a:gd fmla="val 31263" name="adj"/>
            </a:avLst>
          </a:prstGeom>
          <a:solidFill>
            <a:srgbClr val="E533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19" name="Google Shape;19;p58"/>
          <p:cNvCxnSpPr/>
          <p:nvPr/>
        </p:nvCxnSpPr>
        <p:spPr>
          <a:xfrm>
            <a:off x="0" y="1196752"/>
            <a:ext cx="7235512" cy="0"/>
          </a:xfrm>
          <a:prstGeom prst="straightConnector1">
            <a:avLst/>
          </a:prstGeom>
          <a:noFill/>
          <a:ln cap="flat" cmpd="sng" w="38100">
            <a:solidFill>
              <a:srgbClr val="E5332E"/>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
          <p:cNvSpPr txBox="1"/>
          <p:nvPr>
            <p:ph type="ctrTitle"/>
          </p:nvPr>
        </p:nvSpPr>
        <p:spPr>
          <a:xfrm>
            <a:off x="323528" y="404664"/>
            <a:ext cx="8712968"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E5332E"/>
              </a:buClr>
              <a:buSzPts val="5400"/>
              <a:buFont typeface="Calibri"/>
              <a:buNone/>
            </a:pPr>
            <a:r>
              <a:rPr lang="en-US">
                <a:solidFill>
                  <a:srgbClr val="E5332E"/>
                </a:solidFill>
              </a:rPr>
              <a:t>Shell Scripting</a:t>
            </a:r>
            <a:endParaRPr/>
          </a:p>
        </p:txBody>
      </p:sp>
      <p:sp>
        <p:nvSpPr>
          <p:cNvPr id="109" name="Google Shape;109;p1"/>
          <p:cNvSpPr txBox="1"/>
          <p:nvPr>
            <p:ph idx="12" type="sldNum"/>
          </p:nvPr>
        </p:nvSpPr>
        <p:spPr>
          <a:xfrm>
            <a:off x="539552"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110" name="Google Shape;110;p1"/>
          <p:cNvPicPr preferRelativeResize="0"/>
          <p:nvPr/>
        </p:nvPicPr>
        <p:blipFill rotWithShape="1">
          <a:blip r:embed="rId3">
            <a:alphaModFix/>
          </a:blip>
          <a:srcRect b="0" l="0" r="0" t="0"/>
          <a:stretch/>
        </p:blipFill>
        <p:spPr>
          <a:xfrm>
            <a:off x="7956376" y="739004"/>
            <a:ext cx="956715" cy="95671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txBox="1"/>
          <p:nvPr>
            <p:ph idx="1" type="body"/>
          </p:nvPr>
        </p:nvSpPr>
        <p:spPr>
          <a:xfrm>
            <a:off x="457200" y="1714488"/>
            <a:ext cx="8229600" cy="4357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00"/>
              </a:buClr>
              <a:buSzPts val="3200"/>
              <a:buNone/>
            </a:pPr>
            <a:r>
              <a:t/>
            </a:r>
            <a:endParaRPr>
              <a:solidFill>
                <a:srgbClr val="000000"/>
              </a:solidFill>
            </a:endParaRPr>
          </a:p>
          <a:p>
            <a:pPr indent="0" lvl="0" marL="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t>You can access the course materials via this link</a:t>
            </a:r>
            <a:endParaRPr/>
          </a:p>
          <a:p>
            <a:pPr indent="0" lvl="0" marL="0" rtl="0" algn="ctr">
              <a:spcBef>
                <a:spcPts val="640"/>
              </a:spcBef>
              <a:spcAft>
                <a:spcPts val="0"/>
              </a:spcAft>
              <a:buClr>
                <a:srgbClr val="000000"/>
              </a:buClr>
              <a:buSzPts val="3200"/>
              <a:buNone/>
            </a:pPr>
            <a:r>
              <a:rPr lang="en-US"/>
              <a:t>https://tinyurl.com/3kaww77s</a:t>
            </a:r>
            <a:r>
              <a:rPr lang="en-US"/>
              <a:t> </a:t>
            </a:r>
            <a:endParaRPr/>
          </a:p>
        </p:txBody>
      </p:sp>
      <p:sp>
        <p:nvSpPr>
          <p:cNvPr id="116" name="Google Shape;1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2"/>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Course Materials</a:t>
            </a:r>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idx="1" type="body"/>
          </p:nvPr>
        </p:nvSpPr>
        <p:spPr>
          <a:xfrm>
            <a:off x="457200" y="1714488"/>
            <a:ext cx="8229600" cy="4357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History</a:t>
            </a:r>
            <a:endParaRPr/>
          </a:p>
          <a:p>
            <a:pPr indent="-342900" lvl="0" marL="342900" rtl="0" algn="l">
              <a:spcBef>
                <a:spcPts val="640"/>
              </a:spcBef>
              <a:spcAft>
                <a:spcPts val="0"/>
              </a:spcAft>
              <a:buClr>
                <a:srgbClr val="000000"/>
              </a:buClr>
              <a:buSzPts val="3200"/>
              <a:buChar char="•"/>
            </a:pPr>
            <a:r>
              <a:rPr lang="en-US"/>
              <a:t>Directory Hierarchy</a:t>
            </a:r>
            <a:endParaRPr/>
          </a:p>
          <a:p>
            <a:pPr indent="-342900" lvl="0" marL="342900" rtl="0" algn="l">
              <a:spcBef>
                <a:spcPts val="640"/>
              </a:spcBef>
              <a:spcAft>
                <a:spcPts val="0"/>
              </a:spcAft>
              <a:buClr>
                <a:srgbClr val="000000"/>
              </a:buClr>
              <a:buSzPts val="3200"/>
              <a:buChar char="•"/>
            </a:pPr>
            <a:r>
              <a:rPr lang="en-US"/>
              <a:t>Redirection &amp; Piping</a:t>
            </a:r>
            <a:endParaRPr/>
          </a:p>
          <a:p>
            <a:pPr indent="-342900" lvl="0" marL="342900" rtl="0" algn="l">
              <a:spcBef>
                <a:spcPts val="640"/>
              </a:spcBef>
              <a:spcAft>
                <a:spcPts val="0"/>
              </a:spcAft>
              <a:buClr>
                <a:srgbClr val="000000"/>
              </a:buClr>
              <a:buSzPts val="3200"/>
              <a:buChar char="•"/>
            </a:pPr>
            <a:r>
              <a:rPr lang="en-US"/>
              <a:t>Processes</a:t>
            </a:r>
            <a:endParaRPr/>
          </a:p>
          <a:p>
            <a:pPr indent="-342900" lvl="0" marL="342900" rtl="0" algn="l">
              <a:spcBef>
                <a:spcPts val="640"/>
              </a:spcBef>
              <a:spcAft>
                <a:spcPts val="0"/>
              </a:spcAft>
              <a:buClr>
                <a:srgbClr val="000000"/>
              </a:buClr>
              <a:buSzPts val="3200"/>
              <a:buChar char="•"/>
            </a:pPr>
            <a:r>
              <a:rPr lang="en-US"/>
              <a:t>sed</a:t>
            </a:r>
            <a:endParaRPr/>
          </a:p>
          <a:p>
            <a:pPr indent="-342900" lvl="0" marL="342900" rtl="0" algn="l">
              <a:spcBef>
                <a:spcPts val="640"/>
              </a:spcBef>
              <a:spcAft>
                <a:spcPts val="0"/>
              </a:spcAft>
              <a:buClr>
                <a:srgbClr val="000000"/>
              </a:buClr>
              <a:buSzPts val="3200"/>
              <a:buChar char="•"/>
            </a:pPr>
            <a:r>
              <a:rPr lang="en-US"/>
              <a:t>AWK</a:t>
            </a:r>
            <a:endParaRPr/>
          </a:p>
          <a:p>
            <a:pPr indent="-139700" lvl="0" marL="342900" rtl="0" algn="l">
              <a:spcBef>
                <a:spcPts val="640"/>
              </a:spcBef>
              <a:spcAft>
                <a:spcPts val="0"/>
              </a:spcAft>
              <a:buClr>
                <a:srgbClr val="000000"/>
              </a:buClr>
              <a:buSzPts val="3200"/>
              <a:buNone/>
            </a:pPr>
            <a:r>
              <a:t/>
            </a:r>
            <a:endParaRPr/>
          </a:p>
          <a:p>
            <a:pPr indent="-139700" lvl="0" marL="342900" rtl="0" algn="l">
              <a:spcBef>
                <a:spcPts val="640"/>
              </a:spcBef>
              <a:spcAft>
                <a:spcPts val="0"/>
              </a:spcAft>
              <a:buClr>
                <a:srgbClr val="000000"/>
              </a:buClr>
              <a:buSzPts val="3200"/>
              <a:buNone/>
            </a:pPr>
            <a:r>
              <a:t/>
            </a:r>
            <a:endParaRPr/>
          </a:p>
          <a:p>
            <a:pPr indent="-139700" lvl="0" marL="342900" rtl="0" algn="l">
              <a:spcBef>
                <a:spcPts val="640"/>
              </a:spcBef>
              <a:spcAft>
                <a:spcPts val="0"/>
              </a:spcAft>
              <a:buClr>
                <a:srgbClr val="000000"/>
              </a:buClr>
              <a:buSzPts val="3200"/>
              <a:buNone/>
            </a:pPr>
            <a:r>
              <a:t/>
            </a:r>
            <a:endParaRPr/>
          </a:p>
          <a:p>
            <a:pPr indent="-139700" lvl="0" marL="342900" rtl="0" algn="l">
              <a:spcBef>
                <a:spcPts val="640"/>
              </a:spcBef>
              <a:spcAft>
                <a:spcPts val="0"/>
              </a:spcAft>
              <a:buClr>
                <a:srgbClr val="000000"/>
              </a:buClr>
              <a:buSzPts val="3200"/>
              <a:buNone/>
            </a:pPr>
            <a:r>
              <a:t/>
            </a:r>
            <a:endParaRPr>
              <a:solidFill>
                <a:srgbClr val="000000"/>
              </a:solidFill>
            </a:endParaRPr>
          </a:p>
        </p:txBody>
      </p:sp>
      <p:sp>
        <p:nvSpPr>
          <p:cNvPr id="123" name="Google Shape;123;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4" name="Google Shape;124;p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Day 1 Contents</a:t>
            </a:r>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ph idx="1" type="body"/>
          </p:nvPr>
        </p:nvSpPr>
        <p:spPr>
          <a:xfrm>
            <a:off x="457200" y="1714488"/>
            <a:ext cx="8229600" cy="43577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000000"/>
              </a:buClr>
              <a:buSzPts val="3200"/>
              <a:buChar char="•"/>
            </a:pPr>
            <a:r>
              <a:rPr lang="en-US"/>
              <a:t>The UNIX® operating system was developed originally at AT&amp;T Bell Laboratories in 1969. </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It was created as a tool set by programmers for programmers. </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The early source code was made available to universities all over the country. </a:t>
            </a:r>
            <a:endParaRPr/>
          </a:p>
          <a:p>
            <a:pPr indent="-139700" lvl="0" marL="342900" rtl="0" algn="l">
              <a:spcBef>
                <a:spcPts val="640"/>
              </a:spcBef>
              <a:spcAft>
                <a:spcPts val="0"/>
              </a:spcAft>
              <a:buClr>
                <a:srgbClr val="000000"/>
              </a:buClr>
              <a:buSzPts val="3200"/>
              <a:buNone/>
            </a:pPr>
            <a:r>
              <a:t/>
            </a:r>
            <a:endParaRPr/>
          </a:p>
        </p:txBody>
      </p:sp>
      <p:sp>
        <p:nvSpPr>
          <p:cNvPr id="130" name="Google Shape;1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1" name="Google Shape;131;p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Introduction</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anim calcmode="lin" valueType="num">
                                      <p:cBhvr additive="base">
                                        <p:cTn dur="500"/>
                                        <p:tgtEl>
                                          <p:spTgt spid="12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anim calcmode="lin" valueType="num">
                                      <p:cBhvr additive="base">
                                        <p:cTn dur="500"/>
                                        <p:tgtEl>
                                          <p:spTgt spid="12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anim calcmode="lin" valueType="num">
                                      <p:cBhvr additive="base">
                                        <p:cTn dur="500"/>
                                        <p:tgtEl>
                                          <p:spTgt spid="12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anim calcmode="lin" valueType="num">
                                      <p:cBhvr additive="base">
                                        <p:cTn dur="500"/>
                                        <p:tgtEl>
                                          <p:spTgt spid="12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anim calcmode="lin" valueType="num">
                                      <p:cBhvr additive="base">
                                        <p:cTn dur="500"/>
                                        <p:tgtEl>
                                          <p:spTgt spid="12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xEl>
                                              <p:pRg end="5" st="5"/>
                                            </p:txEl>
                                          </p:spTgt>
                                        </p:tgtEl>
                                        <p:attrNameLst>
                                          <p:attrName>style.visibility</p:attrName>
                                        </p:attrNameLst>
                                      </p:cBhvr>
                                      <p:to>
                                        <p:strVal val="visible"/>
                                      </p:to>
                                    </p:set>
                                    <p:anim calcmode="lin" valueType="num">
                                      <p:cBhvr additive="base">
                                        <p:cTn dur="500"/>
                                        <p:tgtEl>
                                          <p:spTgt spid="12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idx="1" type="body"/>
          </p:nvPr>
        </p:nvSpPr>
        <p:spPr>
          <a:xfrm>
            <a:off x="457200" y="1714488"/>
            <a:ext cx="8229600" cy="4357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Programmers at the University of California at Berkeley made significant modifications to the original source code and called the resulting operating system the Berkeley Software Distribution (BSD) UNIX. </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At that time, AT&amp;T's version of the UNIX environment was known as System V. </a:t>
            </a:r>
            <a:endParaRPr/>
          </a:p>
          <a:p>
            <a:pPr indent="-139700" lvl="0" marL="342900" rtl="0" algn="l">
              <a:spcBef>
                <a:spcPts val="640"/>
              </a:spcBef>
              <a:spcAft>
                <a:spcPts val="0"/>
              </a:spcAft>
              <a:buClr>
                <a:srgbClr val="000000"/>
              </a:buClr>
              <a:buSzPts val="3200"/>
              <a:buNone/>
            </a:pPr>
            <a:r>
              <a:t/>
            </a:r>
            <a:endParaRPr/>
          </a:p>
        </p:txBody>
      </p:sp>
      <p:sp>
        <p:nvSpPr>
          <p:cNvPr id="138" name="Google Shape;138;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9" name="Google Shape;139;p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Introduction</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anim calcmode="lin" valueType="num">
                                      <p:cBhvr additive="base">
                                        <p:cTn dur="500"/>
                                        <p:tgtEl>
                                          <p:spTgt spid="13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anim calcmode="lin" valueType="num">
                                      <p:cBhvr additive="base">
                                        <p:cTn dur="500"/>
                                        <p:tgtEl>
                                          <p:spTgt spid="13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anim calcmode="lin" valueType="num">
                                      <p:cBhvr additive="base">
                                        <p:cTn dur="500"/>
                                        <p:tgtEl>
                                          <p:spTgt spid="13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anim calcmode="lin" valueType="num">
                                      <p:cBhvr additive="base">
                                        <p:cTn dur="500"/>
                                        <p:tgtEl>
                                          <p:spTgt spid="13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idx="1" type="body"/>
          </p:nvPr>
        </p:nvSpPr>
        <p:spPr>
          <a:xfrm>
            <a:off x="457200" y="1714488"/>
            <a:ext cx="8229600" cy="4357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Directory Hierarchy</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Piping and Redirection</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Processes</a:t>
            </a:r>
            <a:endParaRPr/>
          </a:p>
        </p:txBody>
      </p:sp>
      <p:sp>
        <p:nvSpPr>
          <p:cNvPr id="145" name="Google Shape;145;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6" name="Google Shape;146;p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Unix Essential concepts</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 calcmode="lin" valueType="num">
                                      <p:cBhvr additive="base">
                                        <p:cTn dur="500"/>
                                        <p:tgtEl>
                                          <p:spTgt spid="1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anim calcmode="lin" valueType="num">
                                      <p:cBhvr additive="base">
                                        <p:cTn dur="500"/>
                                        <p:tgtEl>
                                          <p:spTgt spid="14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anim calcmode="lin" valueType="num">
                                      <p:cBhvr additive="base">
                                        <p:cTn dur="500"/>
                                        <p:tgtEl>
                                          <p:spTgt spid="14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anim calcmode="lin" valueType="num">
                                      <p:cBhvr additive="base">
                                        <p:cTn dur="500"/>
                                        <p:tgtEl>
                                          <p:spTgt spid="14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anim calcmode="lin" valueType="num">
                                      <p:cBhvr additive="base">
                                        <p:cTn dur="500"/>
                                        <p:tgtEl>
                                          <p:spTgt spid="14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2" name="Google Shape;152;p7"/>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Directory Hierarchy </a:t>
            </a:r>
            <a:endParaRPr/>
          </a:p>
        </p:txBody>
      </p:sp>
      <p:sp>
        <p:nvSpPr>
          <p:cNvPr id="153" name="Google Shape;153;p7"/>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rgbClr val="000000"/>
              </a:buClr>
              <a:buSzPts val="3200"/>
              <a:buNone/>
            </a:pPr>
            <a:r>
              <a:t/>
            </a:r>
            <a:endParaRPr/>
          </a:p>
        </p:txBody>
      </p:sp>
      <p:pic>
        <p:nvPicPr>
          <p:cNvPr id="154" name="Google Shape;154;p7"/>
          <p:cNvPicPr preferRelativeResize="0"/>
          <p:nvPr/>
        </p:nvPicPr>
        <p:blipFill rotWithShape="1">
          <a:blip r:embed="rId3">
            <a:alphaModFix/>
          </a:blip>
          <a:srcRect b="0" l="0" r="0" t="0"/>
          <a:stretch/>
        </p:blipFill>
        <p:spPr>
          <a:xfrm>
            <a:off x="250825" y="1865187"/>
            <a:ext cx="8435975" cy="3995988"/>
          </a:xfrm>
          <a:prstGeom prst="rect">
            <a:avLst/>
          </a:prstGeom>
          <a:noFill/>
          <a:ln>
            <a:noFill/>
          </a:ln>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Google Shape;160;p8"/>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Directory Hierarchy </a:t>
            </a:r>
            <a:endParaRPr/>
          </a:p>
        </p:txBody>
      </p:sp>
      <p:sp>
        <p:nvSpPr>
          <p:cNvPr id="161" name="Google Shape;161;p8"/>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Clr>
                <a:srgbClr val="000000"/>
              </a:buClr>
              <a:buSzPct val="100000"/>
              <a:buNone/>
            </a:pPr>
            <a:r>
              <a:rPr lang="en-US">
                <a:latin typeface="Courier New"/>
                <a:ea typeface="Courier New"/>
                <a:cs typeface="Courier New"/>
                <a:sym typeface="Courier New"/>
              </a:rPr>
              <a:t> pwd </a:t>
            </a:r>
            <a:endParaRPr/>
          </a:p>
          <a:p>
            <a:pPr indent="0" lvl="0" marL="0" rtl="0" algn="l">
              <a:spcBef>
                <a:spcPts val="352"/>
              </a:spcBef>
              <a:spcAft>
                <a:spcPts val="0"/>
              </a:spcAft>
              <a:buClr>
                <a:srgbClr val="000000"/>
              </a:buClr>
              <a:buSzPct val="100000"/>
              <a:buNone/>
            </a:pPr>
            <a:r>
              <a:rPr lang="en-US"/>
              <a:t>/home/user1/dir1 </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cd .. </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pwd </a:t>
            </a:r>
            <a:endParaRPr/>
          </a:p>
          <a:p>
            <a:pPr indent="0" lvl="0" marL="0" rtl="0" algn="l">
              <a:spcBef>
                <a:spcPts val="352"/>
              </a:spcBef>
              <a:spcAft>
                <a:spcPts val="0"/>
              </a:spcAft>
              <a:buClr>
                <a:srgbClr val="000000"/>
              </a:buClr>
              <a:buSzPct val="100000"/>
              <a:buNone/>
            </a:pPr>
            <a:r>
              <a:rPr lang="en-US"/>
              <a:t>/home/user1</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cd ../..</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pwd </a:t>
            </a:r>
            <a:endParaRPr/>
          </a:p>
          <a:p>
            <a:pPr indent="0" lvl="0" marL="0" rtl="0" algn="l">
              <a:spcBef>
                <a:spcPts val="352"/>
              </a:spcBef>
              <a:spcAft>
                <a:spcPts val="0"/>
              </a:spcAft>
              <a:buClr>
                <a:srgbClr val="000000"/>
              </a:buClr>
              <a:buSzPct val="100000"/>
              <a:buNone/>
            </a:pPr>
            <a:r>
              <a:rPr lang="en-US"/>
              <a:t>/ </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cd </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cd dir1 </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pwd </a:t>
            </a:r>
            <a:endParaRPr/>
          </a:p>
          <a:p>
            <a:pPr indent="0" lvl="0" marL="0" rtl="0" algn="l">
              <a:spcBef>
                <a:spcPts val="352"/>
              </a:spcBef>
              <a:spcAft>
                <a:spcPts val="0"/>
              </a:spcAft>
              <a:buClr>
                <a:srgbClr val="000000"/>
              </a:buClr>
              <a:buSzPct val="100000"/>
              <a:buNone/>
            </a:pPr>
            <a:r>
              <a:rPr lang="en-US"/>
              <a:t>/home/user1/dir1 </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cd ../dir2 </a:t>
            </a:r>
            <a:endParaRPr/>
          </a:p>
          <a:p>
            <a:pPr indent="0" lvl="0" marL="0" rtl="0" algn="l">
              <a:spcBef>
                <a:spcPts val="352"/>
              </a:spcBef>
              <a:spcAft>
                <a:spcPts val="0"/>
              </a:spcAft>
              <a:buClr>
                <a:srgbClr val="000000"/>
              </a:buClr>
              <a:buSzPct val="100000"/>
              <a:buNone/>
            </a:pPr>
            <a:r>
              <a:rPr lang="en-US">
                <a:latin typeface="Courier New"/>
                <a:ea typeface="Courier New"/>
                <a:cs typeface="Courier New"/>
                <a:sym typeface="Courier New"/>
              </a:rPr>
              <a:t> pwd </a:t>
            </a:r>
            <a:endParaRPr/>
          </a:p>
          <a:p>
            <a:pPr indent="0" lvl="0" marL="0" rtl="0" algn="l">
              <a:spcBef>
                <a:spcPts val="352"/>
              </a:spcBef>
              <a:spcAft>
                <a:spcPts val="0"/>
              </a:spcAft>
              <a:buClr>
                <a:srgbClr val="000000"/>
              </a:buClr>
              <a:buSzPct val="100000"/>
              <a:buNone/>
            </a:pPr>
            <a:r>
              <a:rPr lang="en-US"/>
              <a:t>/home/user1/dir2 </a:t>
            </a:r>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7" name="Google Shape;167;p9"/>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Directory Hierarchy </a:t>
            </a:r>
            <a:endParaRPr/>
          </a:p>
        </p:txBody>
      </p:sp>
      <p:sp>
        <p:nvSpPr>
          <p:cNvPr id="168" name="Google Shape;168;p9"/>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000000"/>
              </a:buClr>
              <a:buSzPct val="100000"/>
              <a:buChar char="•"/>
            </a:pPr>
            <a:r>
              <a:rPr lang="en-US">
                <a:latin typeface="Calibri"/>
                <a:ea typeface="Calibri"/>
                <a:cs typeface="Calibri"/>
                <a:sym typeface="Calibri"/>
              </a:rPr>
              <a:t>To return to home directory</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 cd</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 pwd </a:t>
            </a:r>
            <a:endParaRPr/>
          </a:p>
          <a:p>
            <a:pPr indent="0" lvl="0" marL="0" rtl="0" algn="l">
              <a:spcBef>
                <a:spcPts val="592"/>
              </a:spcBef>
              <a:spcAft>
                <a:spcPts val="0"/>
              </a:spcAft>
              <a:buClr>
                <a:srgbClr val="000000"/>
              </a:buClr>
              <a:buSzPct val="100000"/>
              <a:buNone/>
            </a:pPr>
            <a:r>
              <a:rPr lang="en-US">
                <a:latin typeface="Calibri"/>
                <a:ea typeface="Calibri"/>
                <a:cs typeface="Calibri"/>
                <a:sym typeface="Calibri"/>
              </a:rPr>
              <a:t>/home/user1 </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 cd /home/user1</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 cd ~user1 </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 pwd </a:t>
            </a:r>
            <a:endParaRPr/>
          </a:p>
          <a:p>
            <a:pPr indent="0" lvl="0" marL="0" rtl="0" algn="l">
              <a:spcBef>
                <a:spcPts val="592"/>
              </a:spcBef>
              <a:spcAft>
                <a:spcPts val="0"/>
              </a:spcAft>
              <a:buClr>
                <a:srgbClr val="000000"/>
              </a:buClr>
              <a:buSzPct val="100000"/>
              <a:buNone/>
            </a:pPr>
            <a:r>
              <a:rPr lang="en-US">
                <a:latin typeface="Calibri"/>
                <a:ea typeface="Calibri"/>
                <a:cs typeface="Calibri"/>
                <a:sym typeface="Calibri"/>
              </a:rPr>
              <a:t>/home/user1</a:t>
            </a:r>
            <a:r>
              <a:rPr lang="en-US">
                <a:latin typeface="Courier New"/>
                <a:ea typeface="Courier New"/>
                <a:cs typeface="Courier New"/>
                <a:sym typeface="Courier New"/>
              </a:rPr>
              <a:t> </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 cd ~/dir1/d1 </a:t>
            </a:r>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4" name="Google Shape;174;p1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Piping and Redirection</a:t>
            </a:r>
            <a:endParaRPr/>
          </a:p>
        </p:txBody>
      </p:sp>
      <p:sp>
        <p:nvSpPr>
          <p:cNvPr id="175" name="Google Shape;175;p10"/>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latin typeface="Calibri"/>
                <a:ea typeface="Calibri"/>
                <a:cs typeface="Calibri"/>
                <a:sym typeface="Calibri"/>
              </a:rPr>
              <a:t>Types of metacharacters </a:t>
            </a:r>
            <a:endParaRPr/>
          </a:p>
          <a:p>
            <a:pPr indent="-285750" lvl="1" marL="742950" rtl="0" algn="l">
              <a:spcBef>
                <a:spcPts val="560"/>
              </a:spcBef>
              <a:spcAft>
                <a:spcPts val="0"/>
              </a:spcAft>
              <a:buClr>
                <a:srgbClr val="000000"/>
              </a:buClr>
              <a:buSzPts val="2800"/>
              <a:buChar char="–"/>
            </a:pPr>
            <a:r>
              <a:rPr b="1" lang="en-US">
                <a:latin typeface="Calibri"/>
                <a:ea typeface="Calibri"/>
                <a:cs typeface="Calibri"/>
                <a:sym typeface="Calibri"/>
              </a:rPr>
              <a:t>Redirection</a:t>
            </a:r>
            <a:r>
              <a:rPr lang="en-US">
                <a:latin typeface="Calibri"/>
                <a:ea typeface="Calibri"/>
                <a:cs typeface="Calibri"/>
                <a:sym typeface="Calibri"/>
              </a:rPr>
              <a:t> metacharacters</a:t>
            </a:r>
            <a:endParaRPr>
              <a:latin typeface="Calibri"/>
              <a:ea typeface="Calibri"/>
              <a:cs typeface="Calibri"/>
              <a:sym typeface="Calibri"/>
            </a:endParaRPr>
          </a:p>
          <a:p>
            <a:pPr indent="-228600" lvl="2" marL="1143000" rtl="0" algn="l">
              <a:spcBef>
                <a:spcPts val="480"/>
              </a:spcBef>
              <a:spcAft>
                <a:spcPts val="0"/>
              </a:spcAft>
              <a:buClr>
                <a:srgbClr val="000000"/>
              </a:buClr>
              <a:buSzPts val="2400"/>
              <a:buChar char="•"/>
            </a:pPr>
            <a:r>
              <a:rPr lang="en-US">
                <a:latin typeface="Calibri"/>
                <a:ea typeface="Calibri"/>
                <a:cs typeface="Calibri"/>
                <a:sym typeface="Calibri"/>
              </a:rPr>
              <a:t>You can redirect input to and output from commands by using redirection. </a:t>
            </a:r>
            <a:endParaRPr/>
          </a:p>
        </p:txBody>
      </p:sp>
      <p:pic>
        <p:nvPicPr>
          <p:cNvPr id="176" name="Google Shape;176;p10"/>
          <p:cNvPicPr preferRelativeResize="0"/>
          <p:nvPr/>
        </p:nvPicPr>
        <p:blipFill rotWithShape="1">
          <a:blip r:embed="rId3">
            <a:alphaModFix/>
          </a:blip>
          <a:srcRect b="14951" l="0" r="0" t="0"/>
          <a:stretch/>
        </p:blipFill>
        <p:spPr>
          <a:xfrm>
            <a:off x="1257300" y="3573016"/>
            <a:ext cx="6629400" cy="194421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2" name="Google Shape;182;p11"/>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Piping and Redirection</a:t>
            </a:r>
            <a:endParaRPr/>
          </a:p>
        </p:txBody>
      </p:sp>
      <p:sp>
        <p:nvSpPr>
          <p:cNvPr id="183" name="Google Shape;183;p11"/>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latin typeface="Calibri"/>
                <a:ea typeface="Calibri"/>
                <a:cs typeface="Calibri"/>
                <a:sym typeface="Calibri"/>
              </a:rPr>
              <a:t>Each process that the shell creates, works with file descriptors </a:t>
            </a:r>
            <a:endParaRPr/>
          </a:p>
          <a:p>
            <a:pPr indent="-342900" lvl="0" marL="342900" rtl="0" algn="l">
              <a:spcBef>
                <a:spcPts val="640"/>
              </a:spcBef>
              <a:spcAft>
                <a:spcPts val="0"/>
              </a:spcAft>
              <a:buClr>
                <a:srgbClr val="000000"/>
              </a:buClr>
              <a:buSzPts val="3200"/>
              <a:buChar char="•"/>
            </a:pPr>
            <a:r>
              <a:rPr lang="en-US">
                <a:latin typeface="Calibri"/>
                <a:ea typeface="Calibri"/>
                <a:cs typeface="Calibri"/>
                <a:sym typeface="Calibri"/>
              </a:rPr>
              <a:t>File descriptors determine where the input to the command originates and where the output and error messages are sent</a:t>
            </a:r>
            <a:endParaRPr/>
          </a:p>
          <a:p>
            <a:pPr indent="-285750" lvl="1" marL="742950" rtl="0" algn="l">
              <a:spcBef>
                <a:spcPts val="560"/>
              </a:spcBef>
              <a:spcAft>
                <a:spcPts val="0"/>
              </a:spcAft>
              <a:buClr>
                <a:srgbClr val="000000"/>
              </a:buClr>
              <a:buSzPts val="2800"/>
              <a:buChar char="–"/>
            </a:pPr>
            <a:r>
              <a:rPr lang="en-US">
                <a:latin typeface="Calibri"/>
                <a:ea typeface="Calibri"/>
                <a:cs typeface="Calibri"/>
                <a:sym typeface="Calibri"/>
              </a:rPr>
              <a:t>0: stdin</a:t>
            </a:r>
            <a:endParaRPr>
              <a:latin typeface="Calibri"/>
              <a:ea typeface="Calibri"/>
              <a:cs typeface="Calibri"/>
              <a:sym typeface="Calibri"/>
            </a:endParaRPr>
          </a:p>
          <a:p>
            <a:pPr indent="-285750" lvl="1" marL="742950" rtl="0" algn="l">
              <a:spcBef>
                <a:spcPts val="560"/>
              </a:spcBef>
              <a:spcAft>
                <a:spcPts val="0"/>
              </a:spcAft>
              <a:buClr>
                <a:srgbClr val="000000"/>
              </a:buClr>
              <a:buSzPts val="2800"/>
              <a:buChar char="–"/>
            </a:pPr>
            <a:r>
              <a:rPr lang="en-US">
                <a:latin typeface="Calibri"/>
                <a:ea typeface="Calibri"/>
                <a:cs typeface="Calibri"/>
                <a:sym typeface="Calibri"/>
              </a:rPr>
              <a:t>1: stdout</a:t>
            </a:r>
            <a:endParaRPr>
              <a:latin typeface="Calibri"/>
              <a:ea typeface="Calibri"/>
              <a:cs typeface="Calibri"/>
              <a:sym typeface="Calibri"/>
            </a:endParaRPr>
          </a:p>
          <a:p>
            <a:pPr indent="-285750" lvl="1" marL="742950" rtl="0" algn="l">
              <a:spcBef>
                <a:spcPts val="560"/>
              </a:spcBef>
              <a:spcAft>
                <a:spcPts val="0"/>
              </a:spcAft>
              <a:buClr>
                <a:srgbClr val="000000"/>
              </a:buClr>
              <a:buSzPts val="2800"/>
              <a:buChar char="–"/>
            </a:pPr>
            <a:r>
              <a:rPr lang="en-US">
                <a:latin typeface="Calibri"/>
                <a:ea typeface="Calibri"/>
                <a:cs typeface="Calibri"/>
                <a:sym typeface="Calibri"/>
              </a:rPr>
              <a:t>2: stderr</a:t>
            </a:r>
            <a:endParaRPr>
              <a:latin typeface="Calibri"/>
              <a:ea typeface="Calibri"/>
              <a:cs typeface="Calibri"/>
              <a:sym typeface="Calibri"/>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9" name="Google Shape;189;p12"/>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Piping and Redirection</a:t>
            </a:r>
            <a:endParaRPr/>
          </a:p>
        </p:txBody>
      </p:sp>
      <p:sp>
        <p:nvSpPr>
          <p:cNvPr id="190" name="Google Shape;190;p12"/>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000000"/>
              </a:buClr>
              <a:buSzPct val="100000"/>
              <a:buChar char="•"/>
            </a:pPr>
            <a:r>
              <a:rPr lang="en-US"/>
              <a:t>Example</a:t>
            </a:r>
            <a:endParaRPr/>
          </a:p>
          <a:p>
            <a:pPr indent="0" lvl="1" marL="400050" rtl="0" algn="l">
              <a:spcBef>
                <a:spcPts val="518"/>
              </a:spcBef>
              <a:spcAft>
                <a:spcPts val="0"/>
              </a:spcAft>
              <a:buClr>
                <a:srgbClr val="000000"/>
              </a:buClr>
              <a:buSzPct val="100000"/>
              <a:buNone/>
            </a:pPr>
            <a:r>
              <a:rPr lang="en-US">
                <a:latin typeface="Courier New"/>
                <a:ea typeface="Courier New"/>
                <a:cs typeface="Courier New"/>
                <a:sym typeface="Courier New"/>
              </a:rPr>
              <a:t>cat</a:t>
            </a:r>
            <a:r>
              <a:rPr lang="en-US"/>
              <a:t> (Read from stdin)</a:t>
            </a:r>
            <a:br>
              <a:rPr lang="en-US"/>
            </a:br>
            <a:r>
              <a:rPr lang="en-US"/>
              <a:t>First line (Read from stdin)</a:t>
            </a:r>
            <a:br>
              <a:rPr lang="en-US"/>
            </a:br>
            <a:r>
              <a:rPr lang="en-US"/>
              <a:t>First line (Write to stdout)</a:t>
            </a:r>
            <a:br>
              <a:rPr lang="en-US"/>
            </a:br>
            <a:r>
              <a:rPr lang="en-US"/>
              <a:t>What's going on? (Read from stdin)</a:t>
            </a:r>
            <a:br>
              <a:rPr lang="en-US"/>
            </a:br>
            <a:r>
              <a:rPr lang="en-US"/>
              <a:t>What's going on? (Write to stdout)</a:t>
            </a:r>
            <a:br>
              <a:rPr lang="en-US"/>
            </a:br>
            <a:r>
              <a:rPr lang="en-US">
                <a:latin typeface="Courier New"/>
                <a:ea typeface="Courier New"/>
                <a:cs typeface="Courier New"/>
                <a:sym typeface="Courier New"/>
              </a:rPr>
              <a:t>Control-d</a:t>
            </a:r>
            <a:r>
              <a:rPr lang="en-US"/>
              <a:t> (Read from stdin)</a:t>
            </a:r>
            <a:endParaRPr/>
          </a:p>
          <a:p>
            <a:pPr indent="-154940" lvl="0" marL="342900" rtl="0" algn="l">
              <a:spcBef>
                <a:spcPts val="592"/>
              </a:spcBef>
              <a:spcAft>
                <a:spcPts val="0"/>
              </a:spcAft>
              <a:buClr>
                <a:srgbClr val="000000"/>
              </a:buClr>
              <a:buSzPct val="100000"/>
              <a:buNone/>
            </a:pPr>
            <a:r>
              <a:t/>
            </a:r>
            <a:endParaRPr/>
          </a:p>
          <a:p>
            <a:pPr indent="-342900" lvl="0" marL="342900" rtl="0" algn="l">
              <a:spcBef>
                <a:spcPts val="592"/>
              </a:spcBef>
              <a:spcAft>
                <a:spcPts val="0"/>
              </a:spcAft>
              <a:buClr>
                <a:srgbClr val="000000"/>
              </a:buClr>
              <a:buSzPct val="100000"/>
              <a:buChar char="•"/>
            </a:pPr>
            <a:r>
              <a:rPr lang="en-US"/>
              <a:t>The default action of the standard input, standard output, and standard error within the shell can be modified by redirecting </a:t>
            </a:r>
            <a:r>
              <a:rPr lang="en-US">
                <a:latin typeface="Courier New"/>
                <a:ea typeface="Courier New"/>
                <a:cs typeface="Courier New"/>
                <a:sym typeface="Courier New"/>
              </a:rPr>
              <a:t>stdin</a:t>
            </a:r>
            <a:r>
              <a:rPr lang="en-US"/>
              <a:t>, </a:t>
            </a:r>
            <a:r>
              <a:rPr lang="en-US">
                <a:latin typeface="Courier New"/>
                <a:ea typeface="Courier New"/>
                <a:cs typeface="Courier New"/>
                <a:sym typeface="Courier New"/>
              </a:rPr>
              <a:t>stdout</a:t>
            </a:r>
            <a:r>
              <a:rPr lang="en-US"/>
              <a:t>, and </a:t>
            </a:r>
            <a:r>
              <a:rPr lang="en-US">
                <a:latin typeface="Courier New"/>
                <a:ea typeface="Courier New"/>
                <a:cs typeface="Courier New"/>
                <a:sym typeface="Courier New"/>
              </a:rPr>
              <a:t>stderr</a:t>
            </a:r>
            <a:r>
              <a:rPr lang="en-US"/>
              <a:t>. </a:t>
            </a:r>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p1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Piping and Redirection</a:t>
            </a:r>
            <a:endParaRPr/>
          </a:p>
        </p:txBody>
      </p:sp>
      <p:sp>
        <p:nvSpPr>
          <p:cNvPr id="197" name="Google Shape;197;p13"/>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rgbClr val="000000"/>
              </a:buClr>
              <a:buSzPct val="100000"/>
              <a:buChar char="•"/>
            </a:pPr>
            <a:r>
              <a:rPr lang="en-US"/>
              <a:t>Redirecting Standard Input</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command &lt; filename</a:t>
            </a:r>
            <a:endParaRPr/>
          </a:p>
          <a:p>
            <a:pPr indent="0" lvl="0" marL="0" rtl="0" algn="l">
              <a:spcBef>
                <a:spcPts val="496"/>
              </a:spcBef>
              <a:spcAft>
                <a:spcPts val="0"/>
              </a:spcAft>
              <a:buClr>
                <a:srgbClr val="000000"/>
              </a:buClr>
              <a:buSzPct val="100000"/>
              <a:buNone/>
            </a:pPr>
            <a:r>
              <a:rPr lang="en-US"/>
              <a:t>Or </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command 0&lt; filename</a:t>
            </a:r>
            <a:endParaRPr/>
          </a:p>
          <a:p>
            <a:pPr indent="-342900" lvl="0" marL="342900" rtl="0" algn="l">
              <a:spcBef>
                <a:spcPts val="496"/>
              </a:spcBef>
              <a:spcAft>
                <a:spcPts val="0"/>
              </a:spcAft>
              <a:buClr>
                <a:srgbClr val="000000"/>
              </a:buClr>
              <a:buSzPct val="100000"/>
              <a:buChar char="•"/>
            </a:pPr>
            <a:r>
              <a:rPr lang="en-US"/>
              <a:t>Redirecting Standard Output</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command &gt; filename</a:t>
            </a:r>
            <a:endParaRPr/>
          </a:p>
          <a:p>
            <a:pPr indent="0" lvl="0" marL="0" rtl="0" algn="l">
              <a:spcBef>
                <a:spcPts val="496"/>
              </a:spcBef>
              <a:spcAft>
                <a:spcPts val="0"/>
              </a:spcAft>
              <a:buClr>
                <a:srgbClr val="000000"/>
              </a:buClr>
              <a:buSzPct val="100000"/>
              <a:buNone/>
            </a:pPr>
            <a:r>
              <a:rPr lang="en-US"/>
              <a:t>Or</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Command 1&gt; filename</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command &gt;&gt; filename</a:t>
            </a:r>
            <a:endParaRPr/>
          </a:p>
          <a:p>
            <a:pPr indent="-342900" lvl="0" marL="342900" rtl="0" algn="l">
              <a:spcBef>
                <a:spcPts val="496"/>
              </a:spcBef>
              <a:spcAft>
                <a:spcPts val="0"/>
              </a:spcAft>
              <a:buClr>
                <a:srgbClr val="000000"/>
              </a:buClr>
              <a:buSzPct val="100000"/>
              <a:buChar char="•"/>
            </a:pPr>
            <a:r>
              <a:rPr lang="en-US"/>
              <a:t>Redirecting Standard Error</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command 2&gt;/dev/null</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command 1&gt; filename 2&gt;&amp;1 </a:t>
            </a:r>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3" name="Google Shape;203;p1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Piping and Redirection</a:t>
            </a:r>
            <a:endParaRPr/>
          </a:p>
        </p:txBody>
      </p:sp>
      <p:sp>
        <p:nvSpPr>
          <p:cNvPr id="204" name="Google Shape;204;p14"/>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The Pipe character redirect the standard output to the standard input of another command</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command | command</a:t>
            </a:r>
            <a:endParaRPr/>
          </a:p>
          <a:p>
            <a:pPr indent="-342900" lvl="0" marL="342900" rtl="0" algn="l">
              <a:spcBef>
                <a:spcPts val="640"/>
              </a:spcBef>
              <a:spcAft>
                <a:spcPts val="0"/>
              </a:spcAft>
              <a:buClr>
                <a:srgbClr val="000000"/>
              </a:buClr>
              <a:buSzPts val="3200"/>
              <a:buChar char="•"/>
            </a:pPr>
            <a:r>
              <a:rPr lang="en-US"/>
              <a:t>Example</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who| wc –l</a:t>
            </a:r>
            <a:endParaRPr/>
          </a:p>
          <a:p>
            <a:pPr indent="0" lvl="0" marL="0" rtl="0" algn="l">
              <a:spcBef>
                <a:spcPts val="640"/>
              </a:spcBef>
              <a:spcAft>
                <a:spcPts val="0"/>
              </a:spcAft>
              <a:buClr>
                <a:srgbClr val="000000"/>
              </a:buClr>
              <a:buSzPts val="3200"/>
              <a:buNone/>
            </a:pPr>
            <a:r>
              <a:rPr lang="en-US"/>
              <a:t>		35</a:t>
            </a:r>
            <a:endParaRPr/>
          </a:p>
          <a:p>
            <a:pPr indent="0" lvl="0" marL="0" rtl="0" algn="l">
              <a:spcBef>
                <a:spcPts val="640"/>
              </a:spcBef>
              <a:spcAft>
                <a:spcPts val="0"/>
              </a:spcAft>
              <a:buClr>
                <a:srgbClr val="000000"/>
              </a:buClr>
              <a:buSzPts val="3200"/>
              <a:buNone/>
            </a:pPr>
            <a:r>
              <a:t/>
            </a:r>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0" name="Google Shape;210;p1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Piping and Redirection</a:t>
            </a:r>
            <a:endParaRPr/>
          </a:p>
        </p:txBody>
      </p:sp>
      <p:sp>
        <p:nvSpPr>
          <p:cNvPr id="211" name="Google Shape;211;p15"/>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rgbClr val="000000"/>
              </a:buClr>
              <a:buSzPts val="3200"/>
              <a:buNone/>
            </a:pPr>
            <a:r>
              <a:rPr lang="en-US">
                <a:latin typeface="Courier New"/>
                <a:ea typeface="Courier New"/>
                <a:cs typeface="Courier New"/>
                <a:sym typeface="Courier New"/>
              </a:rPr>
              <a:t>ls –F /etc | grep “/”</a:t>
            </a:r>
            <a:endParaRPr/>
          </a:p>
          <a:p>
            <a:pPr indent="0" lvl="0" marL="0" rtl="0" algn="l">
              <a:spcBef>
                <a:spcPts val="640"/>
              </a:spcBef>
              <a:spcAft>
                <a:spcPts val="0"/>
              </a:spcAft>
              <a:buClr>
                <a:srgbClr val="000000"/>
              </a:buClr>
              <a:buSzPts val="3200"/>
              <a:buNone/>
            </a:pPr>
            <a:r>
              <a:rPr lang="en-US"/>
              <a:t>X11/</a:t>
            </a:r>
            <a:endParaRPr/>
          </a:p>
          <a:p>
            <a:pPr indent="0" lvl="0" marL="0" rtl="0" algn="l">
              <a:spcBef>
                <a:spcPts val="640"/>
              </a:spcBef>
              <a:spcAft>
                <a:spcPts val="0"/>
              </a:spcAft>
              <a:buClr>
                <a:srgbClr val="000000"/>
              </a:buClr>
              <a:buSzPts val="3200"/>
              <a:buNone/>
            </a:pPr>
            <a:r>
              <a:rPr lang="en-US"/>
              <a:t>acct/</a:t>
            </a:r>
            <a:endParaRPr/>
          </a:p>
          <a:p>
            <a:pPr indent="0" lvl="0" marL="0" rtl="0" algn="l">
              <a:spcBef>
                <a:spcPts val="640"/>
              </a:spcBef>
              <a:spcAft>
                <a:spcPts val="0"/>
              </a:spcAft>
              <a:buClr>
                <a:srgbClr val="000000"/>
              </a:buClr>
              <a:buSzPts val="3200"/>
              <a:buNone/>
            </a:pPr>
            <a:r>
              <a:rPr lang="en-US"/>
              <a:t>apache/</a:t>
            </a:r>
            <a:endParaRPr/>
          </a:p>
          <a:p>
            <a:pPr indent="0" lvl="0" marL="0" rtl="0" algn="l">
              <a:spcBef>
                <a:spcPts val="640"/>
              </a:spcBef>
              <a:spcAft>
                <a:spcPts val="0"/>
              </a:spcAft>
              <a:buClr>
                <a:srgbClr val="000000"/>
              </a:buClr>
              <a:buSzPts val="3200"/>
              <a:buNone/>
            </a:pPr>
            <a:r>
              <a:rPr lang="en-US"/>
              <a:t>apache2/</a:t>
            </a:r>
            <a:endParaRPr/>
          </a:p>
          <a:p>
            <a:pPr indent="0" lvl="0" marL="0" rtl="0" algn="l">
              <a:spcBef>
                <a:spcPts val="640"/>
              </a:spcBef>
              <a:spcAft>
                <a:spcPts val="0"/>
              </a:spcAft>
              <a:buClr>
                <a:srgbClr val="000000"/>
              </a:buClr>
              <a:buSzPts val="3200"/>
              <a:buNone/>
            </a:pPr>
            <a:r>
              <a:rPr lang="en-US"/>
              <a:t>apoc/</a:t>
            </a:r>
            <a:endParaRPr/>
          </a:p>
          <a:p>
            <a:pPr indent="-139700" lvl="0" marL="34290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head -10 file1 | tail -3 | lp</a:t>
            </a:r>
            <a:endParaRPr>
              <a:latin typeface="Courier New"/>
              <a:ea typeface="Courier New"/>
              <a:cs typeface="Courier New"/>
              <a:sym typeface="Courier New"/>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7" name="Google Shape;217;p1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Piping and Redirection</a:t>
            </a:r>
            <a:endParaRPr/>
          </a:p>
        </p:txBody>
      </p:sp>
      <p:sp>
        <p:nvSpPr>
          <p:cNvPr id="218" name="Google Shape;218;p16"/>
          <p:cNvSpPr txBox="1"/>
          <p:nvPr>
            <p:ph idx="1" type="body"/>
          </p:nvPr>
        </p:nvSpPr>
        <p:spPr>
          <a:xfrm>
            <a:off x="252991" y="1628800"/>
            <a:ext cx="8435280" cy="460851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rgbClr val="000000"/>
              </a:buClr>
              <a:buSzPts val="3200"/>
              <a:buNone/>
            </a:pPr>
            <a:r>
              <a:rPr lang="en-US">
                <a:latin typeface="Courier New"/>
                <a:ea typeface="Courier New"/>
                <a:cs typeface="Courier New"/>
                <a:sym typeface="Courier New"/>
              </a:rPr>
              <a:t>ls –F /etc | grep “/”</a:t>
            </a:r>
            <a:endParaRPr/>
          </a:p>
          <a:p>
            <a:pPr indent="0" lvl="0" marL="0" rtl="0" algn="l">
              <a:spcBef>
                <a:spcPts val="640"/>
              </a:spcBef>
              <a:spcAft>
                <a:spcPts val="0"/>
              </a:spcAft>
              <a:buClr>
                <a:srgbClr val="000000"/>
              </a:buClr>
              <a:buSzPts val="3200"/>
              <a:buNone/>
            </a:pPr>
            <a:r>
              <a:rPr lang="en-US"/>
              <a:t>X11/</a:t>
            </a:r>
            <a:endParaRPr/>
          </a:p>
          <a:p>
            <a:pPr indent="0" lvl="0" marL="0" rtl="0" algn="l">
              <a:spcBef>
                <a:spcPts val="640"/>
              </a:spcBef>
              <a:spcAft>
                <a:spcPts val="0"/>
              </a:spcAft>
              <a:buClr>
                <a:srgbClr val="000000"/>
              </a:buClr>
              <a:buSzPts val="3200"/>
              <a:buNone/>
            </a:pPr>
            <a:r>
              <a:rPr lang="en-US"/>
              <a:t>acct/</a:t>
            </a:r>
            <a:endParaRPr/>
          </a:p>
          <a:p>
            <a:pPr indent="0" lvl="0" marL="0" rtl="0" algn="l">
              <a:spcBef>
                <a:spcPts val="640"/>
              </a:spcBef>
              <a:spcAft>
                <a:spcPts val="0"/>
              </a:spcAft>
              <a:buClr>
                <a:srgbClr val="000000"/>
              </a:buClr>
              <a:buSzPts val="3200"/>
              <a:buNone/>
            </a:pPr>
            <a:r>
              <a:rPr lang="en-US"/>
              <a:t>apache/</a:t>
            </a:r>
            <a:endParaRPr/>
          </a:p>
          <a:p>
            <a:pPr indent="0" lvl="0" marL="0" rtl="0" algn="l">
              <a:spcBef>
                <a:spcPts val="640"/>
              </a:spcBef>
              <a:spcAft>
                <a:spcPts val="0"/>
              </a:spcAft>
              <a:buClr>
                <a:srgbClr val="000000"/>
              </a:buClr>
              <a:buSzPts val="3200"/>
              <a:buNone/>
            </a:pPr>
            <a:r>
              <a:rPr lang="en-US"/>
              <a:t>apache2/</a:t>
            </a:r>
            <a:endParaRPr/>
          </a:p>
          <a:p>
            <a:pPr indent="0" lvl="0" marL="0" rtl="0" algn="l">
              <a:spcBef>
                <a:spcPts val="640"/>
              </a:spcBef>
              <a:spcAft>
                <a:spcPts val="0"/>
              </a:spcAft>
              <a:buClr>
                <a:srgbClr val="000000"/>
              </a:buClr>
              <a:buSzPts val="3200"/>
              <a:buNone/>
            </a:pPr>
            <a:r>
              <a:rPr lang="en-US"/>
              <a:t>apoc/</a:t>
            </a:r>
            <a:endParaRPr/>
          </a:p>
          <a:p>
            <a:pPr indent="-139700" lvl="0" marL="34290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head -10 file1 | tail -3 | lp</a:t>
            </a:r>
            <a:endParaRPr>
              <a:latin typeface="Courier New"/>
              <a:ea typeface="Courier New"/>
              <a:cs typeface="Courier New"/>
              <a:sym typeface="Courier New"/>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7"/>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Processes</a:t>
            </a:r>
            <a:endParaRPr/>
          </a:p>
        </p:txBody>
      </p:sp>
      <p:sp>
        <p:nvSpPr>
          <p:cNvPr id="227" name="Google Shape;227;p17"/>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rgbClr val="000000"/>
              </a:buClr>
              <a:buSzPct val="100000"/>
              <a:buChar char="•"/>
            </a:pPr>
            <a:r>
              <a:rPr lang="en-US"/>
              <a:t>Every program you run creates a process. For example</a:t>
            </a:r>
            <a:endParaRPr/>
          </a:p>
          <a:p>
            <a:pPr indent="-285750" lvl="1" marL="742950" rtl="0" algn="l">
              <a:spcBef>
                <a:spcPts val="476"/>
              </a:spcBef>
              <a:spcAft>
                <a:spcPts val="0"/>
              </a:spcAft>
              <a:buClr>
                <a:srgbClr val="000000"/>
              </a:buClr>
              <a:buSzPct val="100000"/>
              <a:buChar char="–"/>
            </a:pPr>
            <a:r>
              <a:rPr lang="en-US"/>
              <a:t>Shell</a:t>
            </a:r>
            <a:endParaRPr/>
          </a:p>
          <a:p>
            <a:pPr indent="-285750" lvl="1" marL="742950" rtl="0" algn="l">
              <a:spcBef>
                <a:spcPts val="476"/>
              </a:spcBef>
              <a:spcAft>
                <a:spcPts val="0"/>
              </a:spcAft>
              <a:buClr>
                <a:srgbClr val="000000"/>
              </a:buClr>
              <a:buSzPct val="100000"/>
              <a:buChar char="–"/>
            </a:pPr>
            <a:r>
              <a:rPr lang="en-US"/>
              <a:t>Command</a:t>
            </a:r>
            <a:endParaRPr/>
          </a:p>
          <a:p>
            <a:pPr indent="-285750" lvl="1" marL="742950" rtl="0" algn="l">
              <a:spcBef>
                <a:spcPts val="476"/>
              </a:spcBef>
              <a:spcAft>
                <a:spcPts val="0"/>
              </a:spcAft>
              <a:buClr>
                <a:srgbClr val="000000"/>
              </a:buClr>
              <a:buSzPct val="100000"/>
              <a:buChar char="–"/>
            </a:pPr>
            <a:r>
              <a:rPr lang="en-US"/>
              <a:t>An application</a:t>
            </a:r>
            <a:endParaRPr/>
          </a:p>
          <a:p>
            <a:pPr indent="-342900" lvl="0" marL="342900" rtl="0" algn="l">
              <a:spcBef>
                <a:spcPts val="544"/>
              </a:spcBef>
              <a:spcAft>
                <a:spcPts val="0"/>
              </a:spcAft>
              <a:buClr>
                <a:srgbClr val="000000"/>
              </a:buClr>
              <a:buSzPct val="100000"/>
              <a:buChar char="•"/>
            </a:pPr>
            <a:r>
              <a:rPr lang="en-US"/>
              <a:t>System starts processes called daemons which are processes that run in the background and provide services</a:t>
            </a:r>
            <a:endParaRPr/>
          </a:p>
          <a:p>
            <a:pPr indent="-342900" lvl="0" marL="342900" rtl="0" algn="l">
              <a:spcBef>
                <a:spcPts val="544"/>
              </a:spcBef>
              <a:spcAft>
                <a:spcPts val="0"/>
              </a:spcAft>
              <a:buClr>
                <a:srgbClr val="000000"/>
              </a:buClr>
              <a:buSzPct val="100000"/>
              <a:buChar char="•"/>
            </a:pPr>
            <a:r>
              <a:rPr lang="en-US"/>
              <a:t>Every processes has a PID</a:t>
            </a:r>
            <a:endParaRPr/>
          </a:p>
          <a:p>
            <a:pPr indent="-342900" lvl="0" marL="342900" rtl="0" algn="l">
              <a:spcBef>
                <a:spcPts val="544"/>
              </a:spcBef>
              <a:spcAft>
                <a:spcPts val="0"/>
              </a:spcAft>
              <a:buClr>
                <a:srgbClr val="000000"/>
              </a:buClr>
              <a:buSzPct val="100000"/>
              <a:buChar char="•"/>
            </a:pPr>
            <a:r>
              <a:rPr lang="en-US"/>
              <a:t>When a process creates another, the first is the parent of the new process. The new process is called the child process. Parent waits for her child to finish</a:t>
            </a:r>
            <a:endParaRPr/>
          </a:p>
          <a:p>
            <a:pPr indent="-170180" lvl="0" marL="342900" rtl="0" algn="l">
              <a:spcBef>
                <a:spcPts val="544"/>
              </a:spcBef>
              <a:spcAft>
                <a:spcPts val="0"/>
              </a:spcAft>
              <a:buClr>
                <a:srgbClr val="000000"/>
              </a:buClr>
              <a:buSzPct val="100000"/>
              <a:buNone/>
            </a:pPr>
            <a:r>
              <a:t/>
            </a:r>
            <a:endParaRPr/>
          </a:p>
        </p:txBody>
      </p:sp>
      <p:sp>
        <p:nvSpPr>
          <p:cNvPr id="228" name="Google Shape;22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8"/>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Viewing a Process</a:t>
            </a:r>
            <a:endParaRPr/>
          </a:p>
        </p:txBody>
      </p:sp>
      <p:sp>
        <p:nvSpPr>
          <p:cNvPr id="237" name="Google Shape;237;p18"/>
          <p:cNvSpPr txBox="1"/>
          <p:nvPr>
            <p:ph idx="1" type="body"/>
          </p:nvPr>
        </p:nvSpPr>
        <p:spPr>
          <a:xfrm>
            <a:off x="251520" y="1567333"/>
            <a:ext cx="843528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000000"/>
              </a:buClr>
              <a:buSzPct val="100000"/>
              <a:buChar char="•"/>
            </a:pPr>
            <a:r>
              <a:rPr lang="en-US"/>
              <a:t>Process status command</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ps option(s)</a:t>
            </a:r>
            <a:endParaRPr/>
          </a:p>
          <a:p>
            <a:pPr indent="-342900" lvl="0" marL="342900" rtl="0" algn="l">
              <a:spcBef>
                <a:spcPts val="592"/>
              </a:spcBef>
              <a:spcAft>
                <a:spcPts val="0"/>
              </a:spcAft>
              <a:buClr>
                <a:srgbClr val="000000"/>
              </a:buClr>
              <a:buSzPct val="100000"/>
              <a:buChar char="•"/>
            </a:pPr>
            <a:r>
              <a:rPr lang="en-US"/>
              <a:t>Output</a:t>
            </a:r>
            <a:endParaRPr/>
          </a:p>
          <a:p>
            <a:pPr indent="-285750" lvl="1" marL="742950" rtl="0" algn="l">
              <a:spcBef>
                <a:spcPts val="518"/>
              </a:spcBef>
              <a:spcAft>
                <a:spcPts val="0"/>
              </a:spcAft>
              <a:buClr>
                <a:srgbClr val="000000"/>
              </a:buClr>
              <a:buSzPct val="100000"/>
              <a:buChar char="–"/>
            </a:pPr>
            <a:r>
              <a:rPr lang="en-US"/>
              <a:t>PID</a:t>
            </a:r>
            <a:endParaRPr/>
          </a:p>
          <a:p>
            <a:pPr indent="-285750" lvl="1" marL="742950" rtl="0" algn="l">
              <a:spcBef>
                <a:spcPts val="518"/>
              </a:spcBef>
              <a:spcAft>
                <a:spcPts val="0"/>
              </a:spcAft>
              <a:buClr>
                <a:srgbClr val="000000"/>
              </a:buClr>
              <a:buSzPct val="100000"/>
              <a:buChar char="–"/>
            </a:pPr>
            <a:r>
              <a:rPr lang="en-US"/>
              <a:t>TTY -&gt; terminal identifier</a:t>
            </a:r>
            <a:endParaRPr/>
          </a:p>
          <a:p>
            <a:pPr indent="-285750" lvl="1" marL="742950" rtl="0" algn="l">
              <a:spcBef>
                <a:spcPts val="518"/>
              </a:spcBef>
              <a:spcAft>
                <a:spcPts val="0"/>
              </a:spcAft>
              <a:buClr>
                <a:srgbClr val="000000"/>
              </a:buClr>
              <a:buSzPct val="100000"/>
              <a:buChar char="–"/>
            </a:pPr>
            <a:r>
              <a:rPr lang="en-US"/>
              <a:t>Execution time</a:t>
            </a:r>
            <a:endParaRPr/>
          </a:p>
          <a:p>
            <a:pPr indent="-285750" lvl="1" marL="742950" rtl="0" algn="l">
              <a:spcBef>
                <a:spcPts val="518"/>
              </a:spcBef>
              <a:spcAft>
                <a:spcPts val="0"/>
              </a:spcAft>
              <a:buClr>
                <a:srgbClr val="000000"/>
              </a:buClr>
              <a:buSzPct val="100000"/>
              <a:buChar char="–"/>
            </a:pPr>
            <a:r>
              <a:rPr lang="en-US"/>
              <a:t>Command name</a:t>
            </a:r>
            <a:endParaRPr/>
          </a:p>
          <a:p>
            <a:pPr indent="-342900" lvl="0" marL="342900" rtl="0" algn="l">
              <a:spcBef>
                <a:spcPts val="592"/>
              </a:spcBef>
              <a:spcAft>
                <a:spcPts val="0"/>
              </a:spcAft>
              <a:buClr>
                <a:srgbClr val="000000"/>
              </a:buClr>
              <a:buSzPct val="100000"/>
              <a:buChar char="•"/>
            </a:pPr>
            <a:r>
              <a:rPr lang="en-US"/>
              <a:t>Options</a:t>
            </a:r>
            <a:endParaRPr/>
          </a:p>
          <a:p>
            <a:pPr indent="-285750" lvl="1" marL="742950" rtl="0" algn="l">
              <a:spcBef>
                <a:spcPts val="518"/>
              </a:spcBef>
              <a:spcAft>
                <a:spcPts val="0"/>
              </a:spcAft>
              <a:buClr>
                <a:srgbClr val="000000"/>
              </a:buClr>
              <a:buSzPct val="100000"/>
              <a:buChar char="–"/>
            </a:pPr>
            <a:r>
              <a:rPr lang="en-US"/>
              <a:t>-e: all system processes</a:t>
            </a:r>
            <a:endParaRPr/>
          </a:p>
          <a:p>
            <a:pPr indent="-285750" lvl="1" marL="742950" rtl="0" algn="l">
              <a:spcBef>
                <a:spcPts val="518"/>
              </a:spcBef>
              <a:spcAft>
                <a:spcPts val="0"/>
              </a:spcAft>
              <a:buClr>
                <a:srgbClr val="000000"/>
              </a:buClr>
              <a:buSzPct val="100000"/>
              <a:buChar char="–"/>
            </a:pPr>
            <a:r>
              <a:rPr lang="en-US"/>
              <a:t>-f: full information</a:t>
            </a:r>
            <a:endParaRPr/>
          </a:p>
          <a:p>
            <a:pPr indent="-154940" lvl="0" marL="342900" rtl="0" algn="l">
              <a:spcBef>
                <a:spcPts val="592"/>
              </a:spcBef>
              <a:spcAft>
                <a:spcPts val="0"/>
              </a:spcAft>
              <a:buClr>
                <a:srgbClr val="000000"/>
              </a:buClr>
              <a:buSzPct val="100000"/>
              <a:buNone/>
            </a:pPr>
            <a:r>
              <a:t/>
            </a:r>
            <a:endParaRPr/>
          </a:p>
        </p:txBody>
      </p:sp>
      <p:sp>
        <p:nvSpPr>
          <p:cNvPr id="238" name="Google Shape;23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9"/>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Viewing a Process</a:t>
            </a:r>
            <a:endParaRPr/>
          </a:p>
        </p:txBody>
      </p:sp>
      <p:sp>
        <p:nvSpPr>
          <p:cNvPr id="247" name="Google Shape;247;p19"/>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000000"/>
              </a:buClr>
              <a:buSzPct val="100000"/>
              <a:buChar char="•"/>
            </a:pPr>
            <a:r>
              <a:rPr lang="en-US"/>
              <a:t>Example</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ps –ef</a:t>
            </a:r>
            <a:endParaRPr>
              <a:latin typeface="Courier New"/>
              <a:ea typeface="Courier New"/>
              <a:cs typeface="Courier New"/>
              <a:sym typeface="Courier New"/>
            </a:endParaRPr>
          </a:p>
          <a:p>
            <a:pPr indent="0" lvl="0" marL="0" rtl="0" algn="l">
              <a:spcBef>
                <a:spcPts val="592"/>
              </a:spcBef>
              <a:spcAft>
                <a:spcPts val="0"/>
              </a:spcAft>
              <a:buClr>
                <a:srgbClr val="000000"/>
              </a:buClr>
              <a:buSzPct val="100000"/>
              <a:buNone/>
            </a:pPr>
            <a:r>
              <a:rPr lang="en-US"/>
              <a:t>UID  PID  PPID  C  STIME  TTY  TIME  CMD</a:t>
            </a:r>
            <a:endParaRPr/>
          </a:p>
          <a:p>
            <a:pPr indent="0" lvl="0" marL="0" rtl="0" algn="l">
              <a:spcBef>
                <a:spcPts val="592"/>
              </a:spcBef>
              <a:spcAft>
                <a:spcPts val="0"/>
              </a:spcAft>
              <a:buClr>
                <a:srgbClr val="000000"/>
              </a:buClr>
              <a:buSzPct val="100000"/>
              <a:buNone/>
            </a:pPr>
            <a:r>
              <a:rPr lang="en-US"/>
              <a:t>root 0    0    0  Oct 23 pts/6 0:18  -ksh</a:t>
            </a:r>
            <a:endParaRPr/>
          </a:p>
          <a:p>
            <a:pPr indent="0" lvl="0" marL="0" rtl="0" algn="l">
              <a:spcBef>
                <a:spcPts val="592"/>
              </a:spcBef>
              <a:spcAft>
                <a:spcPts val="0"/>
              </a:spcAft>
              <a:buClr>
                <a:srgbClr val="000000"/>
              </a:buClr>
              <a:buSzPct val="100000"/>
              <a:buNone/>
            </a:pPr>
            <a:r>
              <a:rPr lang="en-US"/>
              <a:t>root 0    0    0  Oct 23 pts/6 0:30  –ps</a:t>
            </a:r>
            <a:endParaRPr/>
          </a:p>
          <a:p>
            <a:pPr indent="-342900" lvl="0" marL="342900" rtl="0" algn="l">
              <a:spcBef>
                <a:spcPts val="592"/>
              </a:spcBef>
              <a:spcAft>
                <a:spcPts val="0"/>
              </a:spcAft>
              <a:buClr>
                <a:srgbClr val="000000"/>
              </a:buClr>
              <a:buSzPct val="100000"/>
              <a:buChar char="•"/>
            </a:pPr>
            <a:r>
              <a:rPr lang="en-US"/>
              <a:t>Where</a:t>
            </a:r>
            <a:endParaRPr/>
          </a:p>
          <a:p>
            <a:pPr indent="-285750" lvl="1" marL="742950" rtl="0" algn="l">
              <a:spcBef>
                <a:spcPts val="518"/>
              </a:spcBef>
              <a:spcAft>
                <a:spcPts val="0"/>
              </a:spcAft>
              <a:buClr>
                <a:srgbClr val="000000"/>
              </a:buClr>
              <a:buSzPct val="100000"/>
              <a:buChar char="–"/>
            </a:pPr>
            <a:r>
              <a:rPr lang="en-US"/>
              <a:t>C: CPU utilization for scheduling</a:t>
            </a:r>
            <a:endParaRPr/>
          </a:p>
          <a:p>
            <a:pPr indent="-285750" lvl="1" marL="742950" rtl="0" algn="l">
              <a:spcBef>
                <a:spcPts val="518"/>
              </a:spcBef>
              <a:spcAft>
                <a:spcPts val="0"/>
              </a:spcAft>
              <a:buClr>
                <a:srgbClr val="000000"/>
              </a:buClr>
              <a:buSzPct val="100000"/>
              <a:buChar char="–"/>
            </a:pPr>
            <a:r>
              <a:rPr lang="en-US"/>
              <a:t>STIME: Time process started</a:t>
            </a:r>
            <a:endParaRPr/>
          </a:p>
          <a:p>
            <a:pPr indent="-285750" lvl="1" marL="742950" rtl="0" algn="l">
              <a:spcBef>
                <a:spcPts val="518"/>
              </a:spcBef>
              <a:spcAft>
                <a:spcPts val="0"/>
              </a:spcAft>
              <a:buClr>
                <a:srgbClr val="000000"/>
              </a:buClr>
              <a:buSzPct val="100000"/>
              <a:buChar char="–"/>
            </a:pPr>
            <a:r>
              <a:rPr lang="en-US"/>
              <a:t>TIME: Execution time for the process</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p:txBody>
      </p:sp>
      <p:sp>
        <p:nvSpPr>
          <p:cNvPr id="248" name="Google Shape;2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lang="en-US"/>
              <a:t>Searching for a Specific Process</a:t>
            </a:r>
            <a:endParaRPr/>
          </a:p>
        </p:txBody>
      </p:sp>
      <p:sp>
        <p:nvSpPr>
          <p:cNvPr id="257" name="Google Shape;257;p2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000000"/>
              </a:buClr>
              <a:buSzPct val="100000"/>
              <a:buChar char="•"/>
            </a:pPr>
            <a:r>
              <a:rPr lang="en-US"/>
              <a:t>Using ps and grep commands</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ps –e | grep lp</a:t>
            </a:r>
            <a:endParaRPr>
              <a:latin typeface="Courier New"/>
              <a:ea typeface="Courier New"/>
              <a:cs typeface="Courier New"/>
              <a:sym typeface="Courier New"/>
            </a:endParaRPr>
          </a:p>
          <a:p>
            <a:pPr indent="-342900" lvl="0" marL="342900" rtl="0" algn="l">
              <a:spcBef>
                <a:spcPts val="592"/>
              </a:spcBef>
              <a:spcAft>
                <a:spcPts val="0"/>
              </a:spcAft>
              <a:buClr>
                <a:srgbClr val="000000"/>
              </a:buClr>
              <a:buSzPct val="100000"/>
              <a:buChar char="•"/>
            </a:pPr>
            <a:r>
              <a:rPr lang="en-US"/>
              <a:t>Using pgrep command</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pgrep option(s) pattern</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pgrep lp</a:t>
            </a:r>
            <a:endParaRPr>
              <a:latin typeface="Courier New"/>
              <a:ea typeface="Courier New"/>
              <a:cs typeface="Courier New"/>
              <a:sym typeface="Courier New"/>
            </a:endParaRPr>
          </a:p>
          <a:p>
            <a:pPr indent="-342900" lvl="0" marL="342900" rtl="0" algn="l">
              <a:spcBef>
                <a:spcPts val="592"/>
              </a:spcBef>
              <a:spcAft>
                <a:spcPts val="0"/>
              </a:spcAft>
              <a:buClr>
                <a:srgbClr val="000000"/>
              </a:buClr>
              <a:buSzPct val="100000"/>
              <a:buChar char="•"/>
            </a:pPr>
            <a:r>
              <a:rPr lang="en-US"/>
              <a:t>Options</a:t>
            </a:r>
            <a:endParaRPr/>
          </a:p>
          <a:p>
            <a:pPr indent="-285750" lvl="1" marL="742950" rtl="0" algn="l">
              <a:spcBef>
                <a:spcPts val="518"/>
              </a:spcBef>
              <a:spcAft>
                <a:spcPts val="0"/>
              </a:spcAft>
              <a:buClr>
                <a:srgbClr val="000000"/>
              </a:buClr>
              <a:buSzPct val="100000"/>
              <a:buChar char="–"/>
            </a:pPr>
            <a:r>
              <a:rPr lang="en-US"/>
              <a:t>-x: exact match</a:t>
            </a:r>
            <a:endParaRPr/>
          </a:p>
          <a:p>
            <a:pPr indent="-285750" lvl="1" marL="742950" rtl="0" algn="l">
              <a:spcBef>
                <a:spcPts val="518"/>
              </a:spcBef>
              <a:spcAft>
                <a:spcPts val="0"/>
              </a:spcAft>
              <a:buClr>
                <a:srgbClr val="000000"/>
              </a:buClr>
              <a:buSzPct val="100000"/>
              <a:buChar char="–"/>
            </a:pPr>
            <a:r>
              <a:rPr lang="en-US"/>
              <a:t>-u uid: processes for a specific user</a:t>
            </a:r>
            <a:endParaRPr/>
          </a:p>
          <a:p>
            <a:pPr indent="-285750" lvl="1" marL="742950" rtl="0" algn="l">
              <a:spcBef>
                <a:spcPts val="518"/>
              </a:spcBef>
              <a:spcAft>
                <a:spcPts val="0"/>
              </a:spcAft>
              <a:buClr>
                <a:srgbClr val="000000"/>
              </a:buClr>
              <a:buSzPct val="100000"/>
              <a:buChar char="–"/>
            </a:pPr>
            <a:r>
              <a:rPr lang="en-US"/>
              <a:t>-l: display the name with pid</a:t>
            </a:r>
            <a:endParaRPr/>
          </a:p>
          <a:p>
            <a:pPr indent="-154940" lvl="0" marL="342900" rtl="0" algn="l">
              <a:spcBef>
                <a:spcPts val="592"/>
              </a:spcBef>
              <a:spcAft>
                <a:spcPts val="0"/>
              </a:spcAft>
              <a:buClr>
                <a:srgbClr val="000000"/>
              </a:buClr>
              <a:buSzPct val="100000"/>
              <a:buNone/>
            </a:pPr>
            <a:r>
              <a:t/>
            </a:r>
            <a:endParaRPr/>
          </a:p>
        </p:txBody>
      </p:sp>
      <p:sp>
        <p:nvSpPr>
          <p:cNvPr id="258" name="Google Shape;25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A signal is a message sent to a process to perform a certain action</a:t>
            </a:r>
            <a:endParaRPr/>
          </a:p>
          <a:p>
            <a:pPr indent="-342900" lvl="0" marL="342900" rtl="0" algn="l">
              <a:spcBef>
                <a:spcPts val="640"/>
              </a:spcBef>
              <a:spcAft>
                <a:spcPts val="0"/>
              </a:spcAft>
              <a:buClr>
                <a:srgbClr val="000000"/>
              </a:buClr>
              <a:buSzPts val="3200"/>
              <a:buChar char="•"/>
            </a:pPr>
            <a:r>
              <a:rPr lang="en-US"/>
              <a:t>Signals are identified by a signal number and a signal name, and has an associated action.</a:t>
            </a:r>
            <a:endParaRPr/>
          </a:p>
        </p:txBody>
      </p:sp>
      <p:graphicFrame>
        <p:nvGraphicFramePr>
          <p:cNvPr id="267" name="Google Shape;267;p21"/>
          <p:cNvGraphicFramePr/>
          <p:nvPr/>
        </p:nvGraphicFramePr>
        <p:xfrm>
          <a:off x="539552" y="4005064"/>
          <a:ext cx="3000000" cy="3000000"/>
        </p:xfrm>
        <a:graphic>
          <a:graphicData uri="http://schemas.openxmlformats.org/drawingml/2006/table">
            <a:tbl>
              <a:tblPr>
                <a:noFill/>
                <a:tableStyleId>{9262FE9D-166A-4D9E-A4AA-41D76C9810B7}</a:tableStyleId>
              </a:tblPr>
              <a:tblGrid>
                <a:gridCol w="2069300"/>
                <a:gridCol w="1709875"/>
                <a:gridCol w="1711675"/>
                <a:gridCol w="2430075"/>
              </a:tblGrid>
              <a:tr h="947875">
                <a:tc>
                  <a:txBody>
                    <a:bodyPr/>
                    <a:lstStyle/>
                    <a:p>
                      <a:pPr indent="0" lvl="0" marL="0" marR="0" rtl="0" algn="l">
                        <a:lnSpc>
                          <a:spcPct val="93000"/>
                        </a:lnSpc>
                        <a:spcBef>
                          <a:spcPts val="0"/>
                        </a:spcBef>
                        <a:spcAft>
                          <a:spcPts val="0"/>
                        </a:spcAft>
                        <a:buClr>
                          <a:schemeClr val="dk1"/>
                        </a:buClr>
                        <a:buSzPts val="2800"/>
                        <a:buFont typeface="Calibri"/>
                        <a:buNone/>
                      </a:pPr>
                      <a:r>
                        <a:rPr lang="en-US" sz="2800" u="none" cap="none" strike="noStrike"/>
                        <a:t>Signal #</a:t>
                      </a:r>
                      <a:endParaRPr b="1" sz="2800" u="none" cap="none" strike="noStrike">
                        <a:solidFill>
                          <a:srgbClr val="FFFFFF"/>
                        </a:solidFill>
                        <a:latin typeface="Arial"/>
                        <a:ea typeface="Arial"/>
                        <a:cs typeface="Arial"/>
                        <a:sym typeface="Arial"/>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800"/>
                        <a:buFont typeface="Calibri"/>
                        <a:buNone/>
                      </a:pPr>
                      <a:r>
                        <a:rPr lang="en-US" sz="2800" u="none" cap="none" strike="noStrike"/>
                        <a:t>Signal Name</a:t>
                      </a:r>
                      <a:endParaRPr b="1" sz="2800" u="none" cap="none" strike="noStrike">
                        <a:solidFill>
                          <a:srgbClr val="FFFFFF"/>
                        </a:solidFill>
                        <a:latin typeface="Arial"/>
                        <a:ea typeface="Arial"/>
                        <a:cs typeface="Arial"/>
                        <a:sym typeface="Arial"/>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800"/>
                        <a:buFont typeface="Calibri"/>
                        <a:buNone/>
                      </a:pPr>
                      <a:r>
                        <a:rPr lang="en-US" sz="2800" u="none" cap="none" strike="noStrike"/>
                        <a:t>Event</a:t>
                      </a:r>
                      <a:endParaRPr b="1" sz="2800" u="none" cap="none" strike="noStrike">
                        <a:solidFill>
                          <a:srgbClr val="FFFFFF"/>
                        </a:solidFill>
                        <a:latin typeface="Arial"/>
                        <a:ea typeface="Arial"/>
                        <a:cs typeface="Arial"/>
                        <a:sym typeface="Arial"/>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800"/>
                        <a:buFont typeface="Calibri"/>
                        <a:buNone/>
                      </a:pPr>
                      <a:r>
                        <a:rPr lang="en-US" sz="2800" u="none" cap="none" strike="noStrike"/>
                        <a:t>Default Response</a:t>
                      </a:r>
                      <a:endParaRPr b="1" sz="2800" u="none" cap="none" strike="noStrike">
                        <a:solidFill>
                          <a:srgbClr val="FFFFFF"/>
                        </a:solidFill>
                        <a:latin typeface="Arial"/>
                        <a:ea typeface="Arial"/>
                        <a:cs typeface="Arial"/>
                        <a:sym typeface="Arial"/>
                      </a:endParaRPr>
                    </a:p>
                  </a:txBody>
                  <a:tcPr marT="45725" marB="45725" marR="91450" marL="91450"/>
                </a:tc>
              </a:tr>
              <a:tr h="398525">
                <a:tc>
                  <a:txBody>
                    <a:bodyPr/>
                    <a:lstStyle/>
                    <a:p>
                      <a:pPr indent="0" lvl="0" marL="0" marR="0" rtl="0" algn="l">
                        <a:lnSpc>
                          <a:spcPct val="94000"/>
                        </a:lnSpc>
                        <a:spcBef>
                          <a:spcPts val="0"/>
                        </a:spcBef>
                        <a:spcAft>
                          <a:spcPts val="0"/>
                        </a:spcAft>
                        <a:buClr>
                          <a:schemeClr val="dk1"/>
                        </a:buClr>
                        <a:buSzPts val="2000"/>
                        <a:buFont typeface="Calibri"/>
                        <a:buNone/>
                      </a:pPr>
                      <a:r>
                        <a:rPr lang="en-US" sz="2000" u="none" cap="none" strike="noStrike"/>
                        <a:t>15</a:t>
                      </a:r>
                      <a:endParaRPr sz="20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000"/>
                        <a:buFont typeface="Calibri"/>
                        <a:buNone/>
                      </a:pPr>
                      <a:r>
                        <a:rPr lang="en-US" sz="2000" u="none" cap="none" strike="noStrike"/>
                        <a:t>SIGTERM</a:t>
                      </a:r>
                      <a:endParaRPr sz="2000" u="none" cap="none" strike="noStrike">
                        <a:solidFill>
                          <a:srgbClr val="FFFFFF"/>
                        </a:solidFill>
                        <a:latin typeface="Arial"/>
                        <a:ea typeface="Arial"/>
                        <a:cs typeface="Arial"/>
                        <a:sym typeface="Arial"/>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000"/>
                        <a:buFont typeface="Calibri"/>
                        <a:buNone/>
                      </a:pPr>
                      <a:r>
                        <a:rPr lang="en-US" sz="2000" u="none" cap="none" strike="noStrike"/>
                        <a:t>Terminate</a:t>
                      </a:r>
                      <a:endParaRPr sz="2000" u="none" cap="none" strike="noStrike">
                        <a:solidFill>
                          <a:srgbClr val="FFFFFF"/>
                        </a:solidFill>
                        <a:latin typeface="Arial"/>
                        <a:ea typeface="Arial"/>
                        <a:cs typeface="Arial"/>
                        <a:sym typeface="Arial"/>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000"/>
                        <a:buFont typeface="Calibri"/>
                        <a:buNone/>
                      </a:pPr>
                      <a:r>
                        <a:rPr lang="en-US" sz="2000" u="none" cap="none" strike="noStrike"/>
                        <a:t>Exit</a:t>
                      </a:r>
                      <a:endParaRPr sz="2000" u="none" cap="none" strike="noStrike">
                        <a:solidFill>
                          <a:srgbClr val="FFFFFF"/>
                        </a:solidFill>
                        <a:latin typeface="Arial"/>
                        <a:ea typeface="Arial"/>
                        <a:cs typeface="Arial"/>
                        <a:sym typeface="Arial"/>
                      </a:endParaRPr>
                    </a:p>
                  </a:txBody>
                  <a:tcPr marT="45725" marB="45725" marR="91450" marL="91450"/>
                </a:tc>
              </a:tr>
              <a:tr h="398525">
                <a:tc>
                  <a:txBody>
                    <a:bodyPr/>
                    <a:lstStyle/>
                    <a:p>
                      <a:pPr indent="0" lvl="0" marL="0" marR="0" rtl="0" algn="l">
                        <a:lnSpc>
                          <a:spcPct val="94000"/>
                        </a:lnSpc>
                        <a:spcBef>
                          <a:spcPts val="0"/>
                        </a:spcBef>
                        <a:spcAft>
                          <a:spcPts val="0"/>
                        </a:spcAft>
                        <a:buClr>
                          <a:schemeClr val="dk1"/>
                        </a:buClr>
                        <a:buSzPts val="2000"/>
                        <a:buFont typeface="Calibri"/>
                        <a:buNone/>
                      </a:pPr>
                      <a:r>
                        <a:rPr lang="en-US" sz="2000" u="none" cap="none" strike="noStrike"/>
                        <a:t>9</a:t>
                      </a:r>
                      <a:endParaRPr sz="20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000"/>
                        <a:buFont typeface="Calibri"/>
                        <a:buNone/>
                      </a:pPr>
                      <a:r>
                        <a:rPr lang="en-US" sz="2000" u="none" cap="none" strike="noStrike"/>
                        <a:t>SIGKILL</a:t>
                      </a:r>
                      <a:endParaRPr sz="2000" u="none" cap="none" strike="noStrike">
                        <a:solidFill>
                          <a:srgbClr val="FFFFFF"/>
                        </a:solidFill>
                        <a:latin typeface="Arial"/>
                        <a:ea typeface="Arial"/>
                        <a:cs typeface="Arial"/>
                        <a:sym typeface="Arial"/>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000"/>
                        <a:buFont typeface="Calibri"/>
                        <a:buNone/>
                      </a:pPr>
                      <a:r>
                        <a:rPr lang="en-US" sz="2000" u="none" cap="none" strike="noStrike"/>
                        <a:t>KILL</a:t>
                      </a:r>
                      <a:endParaRPr sz="2000" u="none" cap="none" strike="noStrike">
                        <a:solidFill>
                          <a:srgbClr val="FFFFFF"/>
                        </a:solidFill>
                        <a:latin typeface="Arial"/>
                        <a:ea typeface="Arial"/>
                        <a:cs typeface="Arial"/>
                        <a:sym typeface="Arial"/>
                      </a:endParaRPr>
                    </a:p>
                  </a:txBody>
                  <a:tcPr marT="45725" marB="45725" marR="91450" marL="91450"/>
                </a:tc>
                <a:tc>
                  <a:txBody>
                    <a:bodyPr/>
                    <a:lstStyle/>
                    <a:p>
                      <a:pPr indent="0" lvl="0" marL="0" marR="0" rtl="0" algn="l">
                        <a:lnSpc>
                          <a:spcPct val="93000"/>
                        </a:lnSpc>
                        <a:spcBef>
                          <a:spcPts val="0"/>
                        </a:spcBef>
                        <a:spcAft>
                          <a:spcPts val="0"/>
                        </a:spcAft>
                        <a:buClr>
                          <a:schemeClr val="dk1"/>
                        </a:buClr>
                        <a:buSzPts val="2000"/>
                        <a:buFont typeface="Calibri"/>
                        <a:buNone/>
                      </a:pPr>
                      <a:r>
                        <a:rPr lang="en-US" sz="2000" u="none" cap="none" strike="noStrike"/>
                        <a:t>EXIT</a:t>
                      </a:r>
                      <a:endParaRPr sz="2000" u="none" cap="none" strike="noStrike">
                        <a:solidFill>
                          <a:srgbClr val="FFFFFF"/>
                        </a:solidFill>
                        <a:latin typeface="Arial"/>
                        <a:ea typeface="Arial"/>
                        <a:cs typeface="Arial"/>
                        <a:sym typeface="Arial"/>
                      </a:endParaRPr>
                    </a:p>
                  </a:txBody>
                  <a:tcPr marT="45725" marB="45725" marR="91450" marL="91450"/>
                </a:tc>
              </a:tr>
            </a:tbl>
          </a:graphicData>
        </a:graphic>
      </p:graphicFrame>
      <p:sp>
        <p:nvSpPr>
          <p:cNvPr id="268" name="Google Shape;268;p21"/>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Sending a Signal to a Process</a:t>
            </a:r>
            <a:endParaRPr/>
          </a:p>
        </p:txBody>
      </p:sp>
      <p:sp>
        <p:nvSpPr>
          <p:cNvPr id="269" name="Google Shape;26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2"/>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Sending a Signal to a Process</a:t>
            </a:r>
            <a:endParaRPr/>
          </a:p>
        </p:txBody>
      </p:sp>
      <p:sp>
        <p:nvSpPr>
          <p:cNvPr id="278" name="Google Shape;278;p22"/>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000000"/>
              </a:buClr>
              <a:buSzPct val="100000"/>
              <a:buChar char="•"/>
            </a:pPr>
            <a:r>
              <a:rPr lang="en-US"/>
              <a:t>Using kill command</a:t>
            </a:r>
            <a:endParaRPr/>
          </a:p>
          <a:p>
            <a:pPr indent="-342900" lvl="0" marL="342900" rtl="0" algn="l">
              <a:spcBef>
                <a:spcPts val="592"/>
              </a:spcBef>
              <a:spcAft>
                <a:spcPts val="0"/>
              </a:spcAft>
              <a:buClr>
                <a:srgbClr val="000000"/>
              </a:buClr>
              <a:buSzPct val="100000"/>
              <a:buChar char="•"/>
            </a:pPr>
            <a:r>
              <a:rPr lang="en-US">
                <a:latin typeface="Courier New"/>
                <a:ea typeface="Courier New"/>
                <a:cs typeface="Courier New"/>
                <a:sym typeface="Courier New"/>
              </a:rPr>
              <a:t>kill [-signal] PIDs</a:t>
            </a:r>
            <a:endParaRPr/>
          </a:p>
          <a:p>
            <a:pPr indent="-342900" lvl="0" marL="342900" rtl="0" algn="l">
              <a:spcBef>
                <a:spcPts val="592"/>
              </a:spcBef>
              <a:spcAft>
                <a:spcPts val="0"/>
              </a:spcAft>
              <a:buClr>
                <a:srgbClr val="000000"/>
              </a:buClr>
              <a:buSzPct val="100000"/>
              <a:buChar char="•"/>
            </a:pPr>
            <a:r>
              <a:rPr lang="en-US"/>
              <a:t>Examples</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pgrep -l mail</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215 sendmail</a:t>
            </a:r>
            <a:endParaRPr>
              <a:latin typeface="Courier New"/>
              <a:ea typeface="Courier New"/>
              <a:cs typeface="Courier New"/>
              <a:sym typeface="Courier New"/>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12047 dtmail</a:t>
            </a:r>
            <a:endParaRPr>
              <a:latin typeface="Courier New"/>
              <a:ea typeface="Courier New"/>
              <a:cs typeface="Courier New"/>
              <a:sym typeface="Courier New"/>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kill 12047</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pgrep -l mail</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215 sendmail</a:t>
            </a:r>
            <a:endParaRPr>
              <a:latin typeface="Courier New"/>
              <a:ea typeface="Courier New"/>
              <a:cs typeface="Courier New"/>
              <a:sym typeface="Courier New"/>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p:txBody>
      </p:sp>
      <p:sp>
        <p:nvSpPr>
          <p:cNvPr id="279" name="Google Shape;2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Sending a Signal to a Process</a:t>
            </a:r>
            <a:endParaRPr/>
          </a:p>
        </p:txBody>
      </p:sp>
      <p:sp>
        <p:nvSpPr>
          <p:cNvPr id="288" name="Google Shape;288;p23"/>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Using pkill command</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pkill [-signal] process_name</a:t>
            </a:r>
            <a:endParaRPr>
              <a:latin typeface="Courier New"/>
              <a:ea typeface="Courier New"/>
              <a:cs typeface="Courier New"/>
              <a:sym typeface="Courier New"/>
            </a:endParaRPr>
          </a:p>
          <a:p>
            <a:pPr indent="-342900" lvl="0" marL="342900" rtl="0" algn="l">
              <a:spcBef>
                <a:spcPts val="640"/>
              </a:spcBef>
              <a:spcAft>
                <a:spcPts val="0"/>
              </a:spcAft>
              <a:buClr>
                <a:srgbClr val="000000"/>
              </a:buClr>
              <a:buSzPts val="3200"/>
              <a:buChar char="•"/>
            </a:pPr>
            <a:r>
              <a:rPr lang="en-US"/>
              <a:t>Example</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pkill -9 dtmail</a:t>
            </a:r>
            <a:endParaRPr>
              <a:latin typeface="Courier New"/>
              <a:ea typeface="Courier New"/>
              <a:cs typeface="Courier New"/>
              <a:sym typeface="Courier New"/>
            </a:endParaRPr>
          </a:p>
          <a:p>
            <a:pPr indent="-139700" lvl="0" marL="342900" rtl="0" algn="l">
              <a:spcBef>
                <a:spcPts val="640"/>
              </a:spcBef>
              <a:spcAft>
                <a:spcPts val="0"/>
              </a:spcAft>
              <a:buClr>
                <a:srgbClr val="000000"/>
              </a:buClr>
              <a:buSzPts val="3200"/>
              <a:buNone/>
            </a:pPr>
            <a:r>
              <a:t/>
            </a:r>
            <a:endParaRPr/>
          </a:p>
          <a:p>
            <a:pPr indent="-139700" lvl="0" marL="342900" rtl="0" algn="l">
              <a:spcBef>
                <a:spcPts val="640"/>
              </a:spcBef>
              <a:spcAft>
                <a:spcPts val="0"/>
              </a:spcAft>
              <a:buClr>
                <a:srgbClr val="000000"/>
              </a:buClr>
              <a:buSzPts val="3200"/>
              <a:buNone/>
            </a:pPr>
            <a:r>
              <a:t/>
            </a:r>
            <a:endParaRPr/>
          </a:p>
        </p:txBody>
      </p:sp>
      <p:sp>
        <p:nvSpPr>
          <p:cNvPr id="289" name="Google Shape;28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Managing a Job</a:t>
            </a:r>
            <a:endParaRPr/>
          </a:p>
        </p:txBody>
      </p:sp>
      <p:sp>
        <p:nvSpPr>
          <p:cNvPr id="298" name="Google Shape;298;p24"/>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rgbClr val="000000"/>
              </a:buClr>
              <a:buSzPct val="100000"/>
              <a:buChar char="•"/>
            </a:pPr>
            <a:r>
              <a:rPr lang="en-US"/>
              <a:t>A job is a process that shell can manage</a:t>
            </a:r>
            <a:endParaRPr/>
          </a:p>
          <a:p>
            <a:pPr indent="-342900" lvl="0" marL="342900" rtl="0" algn="l">
              <a:spcBef>
                <a:spcPts val="544"/>
              </a:spcBef>
              <a:spcAft>
                <a:spcPts val="0"/>
              </a:spcAft>
              <a:buClr>
                <a:srgbClr val="000000"/>
              </a:buClr>
              <a:buSzPct val="100000"/>
              <a:buChar char="•"/>
            </a:pPr>
            <a:r>
              <a:rPr lang="en-US"/>
              <a:t>Three types of jobs</a:t>
            </a:r>
            <a:endParaRPr/>
          </a:p>
          <a:p>
            <a:pPr indent="-285750" lvl="1" marL="742950" rtl="0" algn="l">
              <a:spcBef>
                <a:spcPts val="476"/>
              </a:spcBef>
              <a:spcAft>
                <a:spcPts val="0"/>
              </a:spcAft>
              <a:buClr>
                <a:srgbClr val="000000"/>
              </a:buClr>
              <a:buSzPct val="100000"/>
              <a:buChar char="–"/>
            </a:pPr>
            <a:r>
              <a:rPr lang="en-US"/>
              <a:t>Foreground jobs</a:t>
            </a:r>
            <a:endParaRPr/>
          </a:p>
          <a:p>
            <a:pPr indent="-285750" lvl="1" marL="742950" rtl="0" algn="l">
              <a:spcBef>
                <a:spcPts val="476"/>
              </a:spcBef>
              <a:spcAft>
                <a:spcPts val="0"/>
              </a:spcAft>
              <a:buClr>
                <a:srgbClr val="000000"/>
              </a:buClr>
              <a:buSzPct val="100000"/>
              <a:buChar char="–"/>
            </a:pPr>
            <a:r>
              <a:rPr lang="en-US"/>
              <a:t>Background jobs</a:t>
            </a:r>
            <a:endParaRPr/>
          </a:p>
          <a:p>
            <a:pPr indent="-285750" lvl="1" marL="742950" rtl="0" algn="l">
              <a:spcBef>
                <a:spcPts val="476"/>
              </a:spcBef>
              <a:spcAft>
                <a:spcPts val="0"/>
              </a:spcAft>
              <a:buClr>
                <a:srgbClr val="000000"/>
              </a:buClr>
              <a:buSzPct val="100000"/>
              <a:buChar char="–"/>
            </a:pPr>
            <a:r>
              <a:rPr lang="en-US"/>
              <a:t>Stopped jobs</a:t>
            </a:r>
            <a:endParaRPr/>
          </a:p>
          <a:p>
            <a:pPr indent="-342900" lvl="0" marL="342900" rtl="0" algn="l">
              <a:spcBef>
                <a:spcPts val="544"/>
              </a:spcBef>
              <a:spcAft>
                <a:spcPts val="0"/>
              </a:spcAft>
              <a:buClr>
                <a:srgbClr val="000000"/>
              </a:buClr>
              <a:buSzPct val="100000"/>
              <a:buChar char="•"/>
            </a:pPr>
            <a:r>
              <a:rPr lang="en-US"/>
              <a:t>Running a job in the background</a:t>
            </a:r>
            <a:endParaRPr/>
          </a:p>
          <a:p>
            <a:pPr indent="-342900" lvl="0" marL="342900" rtl="0" algn="l">
              <a:spcBef>
                <a:spcPts val="544"/>
              </a:spcBef>
              <a:spcAft>
                <a:spcPts val="0"/>
              </a:spcAft>
              <a:buClr>
                <a:srgbClr val="000000"/>
              </a:buClr>
              <a:buSzPct val="100000"/>
              <a:buChar char="•"/>
            </a:pPr>
            <a:r>
              <a:rPr lang="en-US"/>
              <a:t>Example</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sleep 500 &amp;</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[1]	3028</a:t>
            </a:r>
            <a:endParaRPr/>
          </a:p>
          <a:p>
            <a:pPr indent="-170180" lvl="0" marL="342900" rtl="0" algn="l">
              <a:spcBef>
                <a:spcPts val="544"/>
              </a:spcBef>
              <a:spcAft>
                <a:spcPts val="0"/>
              </a:spcAft>
              <a:buClr>
                <a:srgbClr val="000000"/>
              </a:buClr>
              <a:buSzPct val="100000"/>
              <a:buNone/>
            </a:pPr>
            <a:r>
              <a:t/>
            </a:r>
            <a:endParaRPr>
              <a:latin typeface="Courier New"/>
              <a:ea typeface="Courier New"/>
              <a:cs typeface="Courier New"/>
              <a:sym typeface="Courier New"/>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[1] + Done</a:t>
            </a:r>
            <a:endParaRPr/>
          </a:p>
          <a:p>
            <a:pPr indent="-170180" lvl="0" marL="342900" rtl="0" algn="l">
              <a:spcBef>
                <a:spcPts val="544"/>
              </a:spcBef>
              <a:spcAft>
                <a:spcPts val="0"/>
              </a:spcAft>
              <a:buClr>
                <a:srgbClr val="000000"/>
              </a:buClr>
              <a:buSzPct val="100000"/>
              <a:buNone/>
            </a:pPr>
            <a:r>
              <a:t/>
            </a:r>
            <a:endParaRPr/>
          </a:p>
        </p:txBody>
      </p:sp>
      <p:sp>
        <p:nvSpPr>
          <p:cNvPr id="299" name="Google Shape;29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Managing a Job</a:t>
            </a:r>
            <a:endParaRPr/>
          </a:p>
        </p:txBody>
      </p:sp>
      <p:sp>
        <p:nvSpPr>
          <p:cNvPr id="308" name="Google Shape;308;p25"/>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000000"/>
              </a:buClr>
              <a:buSzPct val="100000"/>
              <a:buChar char="•"/>
            </a:pPr>
            <a:r>
              <a:rPr lang="en-US"/>
              <a:t>Listing Current Jobs</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jobs</a:t>
            </a:r>
            <a:endParaRPr/>
          </a:p>
          <a:p>
            <a:pPr indent="0" lvl="0" marL="0" rtl="0" algn="l">
              <a:spcBef>
                <a:spcPts val="592"/>
              </a:spcBef>
              <a:spcAft>
                <a:spcPts val="0"/>
              </a:spcAft>
              <a:buClr>
                <a:srgbClr val="000000"/>
              </a:buClr>
              <a:buSzPct val="100000"/>
              <a:buNone/>
            </a:pPr>
            <a:r>
              <a:rPr lang="en-US"/>
              <a:t>[1] + Running		sleep 500&amp;</a:t>
            </a:r>
            <a:endParaRPr/>
          </a:p>
          <a:p>
            <a:pPr indent="-342900" lvl="0" marL="342900" rtl="0" algn="l">
              <a:spcBef>
                <a:spcPts val="592"/>
              </a:spcBef>
              <a:spcAft>
                <a:spcPts val="0"/>
              </a:spcAft>
              <a:buClr>
                <a:srgbClr val="000000"/>
              </a:buClr>
              <a:buSzPct val="100000"/>
              <a:buChar char="•"/>
            </a:pPr>
            <a:r>
              <a:rPr lang="en-US"/>
              <a:t>Bringing background job into foreground</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fg %1</a:t>
            </a:r>
            <a:endParaRPr/>
          </a:p>
          <a:p>
            <a:pPr indent="0" lvl="0" marL="0" rtl="0" algn="l">
              <a:spcBef>
                <a:spcPts val="592"/>
              </a:spcBef>
              <a:spcAft>
                <a:spcPts val="0"/>
              </a:spcAft>
              <a:buClr>
                <a:srgbClr val="000000"/>
              </a:buClr>
              <a:buSzPct val="100000"/>
              <a:buNone/>
            </a:pPr>
            <a:r>
              <a:rPr lang="en-US"/>
              <a:t>sleep 500</a:t>
            </a:r>
            <a:endParaRPr/>
          </a:p>
          <a:p>
            <a:pPr indent="-342900" lvl="0" marL="342900" rtl="0" algn="l">
              <a:spcBef>
                <a:spcPts val="592"/>
              </a:spcBef>
              <a:spcAft>
                <a:spcPts val="0"/>
              </a:spcAft>
              <a:buClr>
                <a:srgbClr val="000000"/>
              </a:buClr>
              <a:buSzPct val="100000"/>
              <a:buChar char="•"/>
            </a:pPr>
            <a:r>
              <a:rPr lang="en-US"/>
              <a:t>Sending foreground job into background</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sleep 500</a:t>
            </a:r>
            <a:endParaRPr/>
          </a:p>
          <a:p>
            <a:pPr indent="0" lvl="0" marL="0" rtl="0" algn="l">
              <a:spcBef>
                <a:spcPts val="592"/>
              </a:spcBef>
              <a:spcAft>
                <a:spcPts val="0"/>
              </a:spcAft>
              <a:buClr>
                <a:srgbClr val="000000"/>
              </a:buClr>
              <a:buSzPct val="100000"/>
              <a:buNone/>
            </a:pPr>
            <a:r>
              <a:rPr lang="en-US"/>
              <a:t>^Z[1] + Stopped (SIGTSTP) sleep 500</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p:txBody>
      </p:sp>
      <p:sp>
        <p:nvSpPr>
          <p:cNvPr id="309" name="Google Shape;30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Managing a Job</a:t>
            </a:r>
            <a:endParaRPr/>
          </a:p>
        </p:txBody>
      </p:sp>
      <p:sp>
        <p:nvSpPr>
          <p:cNvPr id="318" name="Google Shape;318;p26"/>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rgbClr val="000000"/>
              </a:buClr>
              <a:buSzPts val="3200"/>
              <a:buNone/>
            </a:pPr>
            <a:r>
              <a:rPr lang="en-US">
                <a:latin typeface="Courier New"/>
                <a:ea typeface="Courier New"/>
                <a:cs typeface="Courier New"/>
                <a:sym typeface="Courier New"/>
              </a:rPr>
              <a:t>jobs</a:t>
            </a:r>
            <a:endParaRPr/>
          </a:p>
          <a:p>
            <a:pPr indent="0" lvl="0" marL="0" rtl="0" algn="l">
              <a:spcBef>
                <a:spcPts val="640"/>
              </a:spcBef>
              <a:spcAft>
                <a:spcPts val="0"/>
              </a:spcAft>
              <a:buClr>
                <a:srgbClr val="000000"/>
              </a:buClr>
              <a:buSzPts val="3200"/>
              <a:buNone/>
            </a:pPr>
            <a:r>
              <a:rPr lang="en-US"/>
              <a:t>[1] + Stopped (SIGTSTP) sleep 500</a:t>
            </a:r>
            <a:endParaRPr/>
          </a:p>
          <a:p>
            <a:pPr indent="0" lvl="0" marL="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bg %1</a:t>
            </a:r>
            <a:endParaRPr/>
          </a:p>
          <a:p>
            <a:pPr indent="0" lvl="0" marL="0" rtl="0" algn="l">
              <a:spcBef>
                <a:spcPts val="640"/>
              </a:spcBef>
              <a:spcAft>
                <a:spcPts val="0"/>
              </a:spcAft>
              <a:buClr>
                <a:srgbClr val="000000"/>
              </a:buClr>
              <a:buSzPts val="3200"/>
              <a:buNone/>
            </a:pPr>
            <a:r>
              <a:rPr lang="en-US"/>
              <a:t>[1] sleep 500&amp;</a:t>
            </a:r>
            <a:endParaRPr/>
          </a:p>
          <a:p>
            <a:pPr indent="0" lvl="0" marL="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jobs</a:t>
            </a:r>
            <a:endParaRPr/>
          </a:p>
          <a:p>
            <a:pPr indent="0" lvl="0" marL="0" rtl="0" algn="l">
              <a:spcBef>
                <a:spcPts val="640"/>
              </a:spcBef>
              <a:spcAft>
                <a:spcPts val="0"/>
              </a:spcAft>
              <a:buClr>
                <a:srgbClr val="000000"/>
              </a:buClr>
              <a:buSzPts val="3200"/>
              <a:buNone/>
            </a:pPr>
            <a:r>
              <a:rPr lang="en-US"/>
              <a:t>[1] + Running sleep 500</a:t>
            </a:r>
            <a:endParaRPr/>
          </a:p>
        </p:txBody>
      </p:sp>
      <p:sp>
        <p:nvSpPr>
          <p:cNvPr id="319" name="Google Shape;31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7"/>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Managing a Job</a:t>
            </a:r>
            <a:endParaRPr/>
          </a:p>
        </p:txBody>
      </p:sp>
      <p:sp>
        <p:nvSpPr>
          <p:cNvPr id="328" name="Google Shape;328;p27"/>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rgbClr val="000000"/>
              </a:buClr>
              <a:buSzPct val="100000"/>
              <a:buChar char="•"/>
            </a:pPr>
            <a:r>
              <a:rPr lang="en-US"/>
              <a:t>Stopping a background job</a:t>
            </a:r>
            <a:endParaRPr/>
          </a:p>
          <a:p>
            <a:pPr indent="0" lvl="0" marL="0" rtl="0" algn="l">
              <a:spcBef>
                <a:spcPts val="448"/>
              </a:spcBef>
              <a:spcAft>
                <a:spcPts val="0"/>
              </a:spcAft>
              <a:buClr>
                <a:srgbClr val="000000"/>
              </a:buClr>
              <a:buSzPct val="100000"/>
              <a:buNone/>
            </a:pPr>
            <a:r>
              <a:rPr lang="en-US">
                <a:latin typeface="Courier New"/>
                <a:ea typeface="Courier New"/>
                <a:cs typeface="Courier New"/>
                <a:sym typeface="Courier New"/>
              </a:rPr>
              <a:t>jobs</a:t>
            </a:r>
            <a:endParaRPr/>
          </a:p>
          <a:p>
            <a:pPr indent="0" lvl="0" marL="0" rtl="0" algn="l">
              <a:spcBef>
                <a:spcPts val="448"/>
              </a:spcBef>
              <a:spcAft>
                <a:spcPts val="0"/>
              </a:spcAft>
              <a:buClr>
                <a:srgbClr val="000000"/>
              </a:buClr>
              <a:buSzPct val="100000"/>
              <a:buNone/>
            </a:pPr>
            <a:r>
              <a:rPr lang="en-US"/>
              <a:t> [1] + Running sleep 500&amp;</a:t>
            </a:r>
            <a:endParaRPr/>
          </a:p>
          <a:p>
            <a:pPr indent="-200660" lvl="0" marL="342900" rtl="0" algn="l">
              <a:spcBef>
                <a:spcPts val="448"/>
              </a:spcBef>
              <a:spcAft>
                <a:spcPts val="0"/>
              </a:spcAft>
              <a:buClr>
                <a:srgbClr val="000000"/>
              </a:buClr>
              <a:buSzPct val="100000"/>
              <a:buNone/>
            </a:pPr>
            <a:r>
              <a:t/>
            </a:r>
            <a:endParaRPr/>
          </a:p>
          <a:p>
            <a:pPr indent="0" lvl="0" marL="0" rtl="0" algn="l">
              <a:spcBef>
                <a:spcPts val="448"/>
              </a:spcBef>
              <a:spcAft>
                <a:spcPts val="0"/>
              </a:spcAft>
              <a:buClr>
                <a:srgbClr val="000000"/>
              </a:buClr>
              <a:buSzPct val="100000"/>
              <a:buNone/>
            </a:pPr>
            <a:r>
              <a:rPr lang="en-US">
                <a:latin typeface="Courier New"/>
                <a:ea typeface="Courier New"/>
                <a:cs typeface="Courier New"/>
                <a:sym typeface="Courier New"/>
              </a:rPr>
              <a:t>kill –STOP %1</a:t>
            </a:r>
            <a:endParaRPr/>
          </a:p>
          <a:p>
            <a:pPr indent="-200660" lvl="0" marL="342900" rtl="0" algn="l">
              <a:spcBef>
                <a:spcPts val="448"/>
              </a:spcBef>
              <a:spcAft>
                <a:spcPts val="0"/>
              </a:spcAft>
              <a:buClr>
                <a:srgbClr val="000000"/>
              </a:buClr>
              <a:buSzPct val="100000"/>
              <a:buNone/>
            </a:pPr>
            <a:r>
              <a:t/>
            </a:r>
            <a:endParaRPr/>
          </a:p>
          <a:p>
            <a:pPr indent="0" lvl="0" marL="0" rtl="0" algn="l">
              <a:spcBef>
                <a:spcPts val="448"/>
              </a:spcBef>
              <a:spcAft>
                <a:spcPts val="0"/>
              </a:spcAft>
              <a:buClr>
                <a:srgbClr val="000000"/>
              </a:buClr>
              <a:buSzPct val="100000"/>
              <a:buNone/>
            </a:pPr>
            <a:r>
              <a:rPr lang="en-US">
                <a:latin typeface="Courier New"/>
                <a:ea typeface="Courier New"/>
                <a:cs typeface="Courier New"/>
                <a:sym typeface="Courier New"/>
              </a:rPr>
              <a:t>jobs</a:t>
            </a:r>
            <a:endParaRPr/>
          </a:p>
          <a:p>
            <a:pPr indent="0" lvl="0" marL="0" rtl="0" algn="l">
              <a:spcBef>
                <a:spcPts val="448"/>
              </a:spcBef>
              <a:spcAft>
                <a:spcPts val="0"/>
              </a:spcAft>
              <a:buClr>
                <a:srgbClr val="000000"/>
              </a:buClr>
              <a:buSzPct val="100000"/>
              <a:buNone/>
            </a:pPr>
            <a:r>
              <a:rPr lang="en-US"/>
              <a:t> [1] + Stopped (SIGSTOP) sleep 500&amp;</a:t>
            </a:r>
            <a:endParaRPr/>
          </a:p>
          <a:p>
            <a:pPr indent="-200660" lvl="0" marL="342900" rtl="0" algn="l">
              <a:spcBef>
                <a:spcPts val="448"/>
              </a:spcBef>
              <a:spcAft>
                <a:spcPts val="0"/>
              </a:spcAft>
              <a:buClr>
                <a:srgbClr val="000000"/>
              </a:buClr>
              <a:buSzPct val="100000"/>
              <a:buNone/>
            </a:pPr>
            <a:r>
              <a:t/>
            </a:r>
            <a:endParaRPr/>
          </a:p>
          <a:p>
            <a:pPr indent="0" lvl="0" marL="0" rtl="0" algn="l">
              <a:spcBef>
                <a:spcPts val="448"/>
              </a:spcBef>
              <a:spcAft>
                <a:spcPts val="0"/>
              </a:spcAft>
              <a:buClr>
                <a:srgbClr val="000000"/>
              </a:buClr>
              <a:buSzPct val="100000"/>
              <a:buNone/>
            </a:pPr>
            <a:r>
              <a:rPr lang="en-US">
                <a:latin typeface="Courier New"/>
                <a:ea typeface="Courier New"/>
                <a:cs typeface="Courier New"/>
                <a:sym typeface="Courier New"/>
              </a:rPr>
              <a:t> kill %1</a:t>
            </a:r>
            <a:endParaRPr/>
          </a:p>
          <a:p>
            <a:pPr indent="0" lvl="0" marL="0" rtl="0" algn="l">
              <a:spcBef>
                <a:spcPts val="448"/>
              </a:spcBef>
              <a:spcAft>
                <a:spcPts val="0"/>
              </a:spcAft>
              <a:buClr>
                <a:srgbClr val="000000"/>
              </a:buClr>
              <a:buSzPct val="100000"/>
              <a:buNone/>
            </a:pPr>
            <a:r>
              <a:rPr lang="en-US"/>
              <a:t> [1] + Terminated sleep 500&amp;</a:t>
            </a:r>
            <a:endParaRPr/>
          </a:p>
          <a:p>
            <a:pPr indent="-200660" lvl="0" marL="342900" rtl="0" algn="l">
              <a:spcBef>
                <a:spcPts val="448"/>
              </a:spcBef>
              <a:spcAft>
                <a:spcPts val="0"/>
              </a:spcAft>
              <a:buClr>
                <a:srgbClr val="000000"/>
              </a:buClr>
              <a:buSzPct val="100000"/>
              <a:buNone/>
            </a:pPr>
            <a:r>
              <a:t/>
            </a:r>
            <a:endParaRPr/>
          </a:p>
          <a:p>
            <a:pPr indent="0" lvl="0" marL="0" rtl="0" algn="l">
              <a:spcBef>
                <a:spcPts val="448"/>
              </a:spcBef>
              <a:spcAft>
                <a:spcPts val="0"/>
              </a:spcAft>
              <a:buClr>
                <a:srgbClr val="000000"/>
              </a:buClr>
              <a:buSzPct val="100000"/>
              <a:buNone/>
            </a:pPr>
            <a:r>
              <a:rPr lang="en-US">
                <a:latin typeface="Courier New"/>
                <a:ea typeface="Courier New"/>
                <a:cs typeface="Courier New"/>
                <a:sym typeface="Courier New"/>
              </a:rPr>
              <a:t>jobs</a:t>
            </a:r>
            <a:endParaRPr/>
          </a:p>
          <a:p>
            <a:pPr indent="-200660" lvl="0" marL="342900" rtl="0" algn="l">
              <a:spcBef>
                <a:spcPts val="448"/>
              </a:spcBef>
              <a:spcAft>
                <a:spcPts val="0"/>
              </a:spcAft>
              <a:buClr>
                <a:srgbClr val="000000"/>
              </a:buClr>
              <a:buSzPct val="100000"/>
              <a:buNone/>
            </a:pPr>
            <a:r>
              <a:t/>
            </a:r>
            <a:endParaRPr/>
          </a:p>
        </p:txBody>
      </p:sp>
      <p:sp>
        <p:nvSpPr>
          <p:cNvPr id="329" name="Google Shape;32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8"/>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Useful Commands</a:t>
            </a:r>
            <a:endParaRPr/>
          </a:p>
        </p:txBody>
      </p:sp>
      <p:sp>
        <p:nvSpPr>
          <p:cNvPr id="338" name="Google Shape;338;p28"/>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00"/>
              </a:buClr>
              <a:buSzPts val="3200"/>
              <a:buNone/>
            </a:pPr>
            <a:r>
              <a:rPr lang="en-US">
                <a:latin typeface="Courier New"/>
                <a:ea typeface="Courier New"/>
                <a:cs typeface="Courier New"/>
                <a:sym typeface="Courier New"/>
              </a:rPr>
              <a:t>split</a:t>
            </a:r>
            <a:endParaRPr/>
          </a:p>
          <a:p>
            <a:pPr indent="-342900" lvl="0" marL="342900" rtl="0" algn="l">
              <a:spcBef>
                <a:spcPts val="640"/>
              </a:spcBef>
              <a:spcAft>
                <a:spcPts val="0"/>
              </a:spcAft>
              <a:buClr>
                <a:srgbClr val="000000"/>
              </a:buClr>
              <a:buSzPts val="3200"/>
              <a:buChar char="•"/>
            </a:pPr>
            <a:r>
              <a:rPr lang="en-US"/>
              <a:t>split a file into n line chunks</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diff</a:t>
            </a:r>
            <a:endParaRPr/>
          </a:p>
          <a:p>
            <a:pPr indent="-342900" lvl="0" marL="342900" rtl="0" algn="l">
              <a:spcBef>
                <a:spcPts val="640"/>
              </a:spcBef>
              <a:spcAft>
                <a:spcPts val="0"/>
              </a:spcAft>
              <a:buClr>
                <a:srgbClr val="000000"/>
              </a:buClr>
              <a:buSzPts val="3200"/>
              <a:buChar char="•"/>
            </a:pPr>
            <a:r>
              <a:rPr lang="en-US"/>
              <a:t>compare two files</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line</a:t>
            </a:r>
            <a:endParaRPr/>
          </a:p>
          <a:p>
            <a:pPr indent="-342900" lvl="0" marL="342900" rtl="0" algn="l">
              <a:spcBef>
                <a:spcPts val="640"/>
              </a:spcBef>
              <a:spcAft>
                <a:spcPts val="0"/>
              </a:spcAft>
              <a:buClr>
                <a:srgbClr val="000000"/>
              </a:buClr>
              <a:buSzPts val="3200"/>
              <a:buChar char="•"/>
            </a:pPr>
            <a:r>
              <a:rPr lang="en-US"/>
              <a:t>read the first line</a:t>
            </a:r>
            <a:endParaRPr/>
          </a:p>
        </p:txBody>
      </p:sp>
      <p:sp>
        <p:nvSpPr>
          <p:cNvPr id="339" name="Google Shape;3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9"/>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349" name="Google Shape;349;p29"/>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rgbClr val="000000"/>
              </a:buClr>
              <a:buSzPts val="3200"/>
              <a:buNone/>
            </a:pPr>
            <a:r>
              <a:rPr lang="en-US">
                <a:latin typeface="Courier New"/>
                <a:ea typeface="Courier New"/>
                <a:cs typeface="Courier New"/>
                <a:sym typeface="Courier New"/>
              </a:rPr>
              <a:t>$ split -10 /etc/passwd</a:t>
            </a:r>
            <a:endParaRPr>
              <a:latin typeface="Courier New"/>
              <a:ea typeface="Courier New"/>
              <a:cs typeface="Courier New"/>
              <a:sym typeface="Courier New"/>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$ls</a:t>
            </a:r>
            <a:endParaRPr>
              <a:latin typeface="Courier New"/>
              <a:ea typeface="Courier New"/>
              <a:cs typeface="Courier New"/>
              <a:sym typeface="Courier New"/>
            </a:endParaRPr>
          </a:p>
          <a:p>
            <a:pPr indent="-342900" lvl="0" marL="342900" rtl="0" algn="l">
              <a:spcBef>
                <a:spcPts val="640"/>
              </a:spcBef>
              <a:spcAft>
                <a:spcPts val="0"/>
              </a:spcAft>
              <a:buClr>
                <a:srgbClr val="000000"/>
              </a:buClr>
              <a:buSzPts val="3200"/>
              <a:buChar char="•"/>
            </a:pPr>
            <a:r>
              <a:rPr lang="en-US"/>
              <a:t>xaa		xad</a:t>
            </a:r>
            <a:endParaRPr/>
          </a:p>
          <a:p>
            <a:pPr indent="-342900" lvl="0" marL="342900" rtl="0" algn="l">
              <a:spcBef>
                <a:spcPts val="640"/>
              </a:spcBef>
              <a:spcAft>
                <a:spcPts val="0"/>
              </a:spcAft>
              <a:buClr>
                <a:srgbClr val="000000"/>
              </a:buClr>
              <a:buSzPts val="3200"/>
              <a:buChar char="•"/>
            </a:pPr>
            <a:r>
              <a:rPr lang="en-US"/>
              <a:t>xab	xae</a:t>
            </a:r>
            <a:endParaRPr/>
          </a:p>
          <a:p>
            <a:pPr indent="-342900" lvl="0" marL="342900" rtl="0" algn="l">
              <a:spcBef>
                <a:spcPts val="640"/>
              </a:spcBef>
              <a:spcAft>
                <a:spcPts val="0"/>
              </a:spcAft>
              <a:buClr>
                <a:srgbClr val="000000"/>
              </a:buClr>
              <a:buSzPts val="3200"/>
              <a:buChar char="•"/>
            </a:pPr>
            <a:r>
              <a:rPr lang="en-US"/>
              <a:t>xac		xaf</a:t>
            </a:r>
            <a:endParaRPr/>
          </a:p>
          <a:p>
            <a:pPr indent="-139700" lvl="0" marL="34290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 line &lt; /etc/passwd</a:t>
            </a:r>
            <a:endParaRPr>
              <a:latin typeface="Courier New"/>
              <a:ea typeface="Courier New"/>
              <a:cs typeface="Courier New"/>
              <a:sym typeface="Courier New"/>
            </a:endParaRPr>
          </a:p>
          <a:p>
            <a:pPr indent="-342900" lvl="0" marL="342900" rtl="0" algn="l">
              <a:spcBef>
                <a:spcPts val="640"/>
              </a:spcBef>
              <a:spcAft>
                <a:spcPts val="0"/>
              </a:spcAft>
              <a:buClr>
                <a:srgbClr val="000000"/>
              </a:buClr>
              <a:buSzPts val="3200"/>
              <a:buChar char="•"/>
            </a:pPr>
            <a:r>
              <a:rPr lang="en-US"/>
              <a:t>root:x:0:1:Super-User:/:/sbin/sh</a:t>
            </a:r>
            <a:endParaRPr/>
          </a:p>
        </p:txBody>
      </p:sp>
      <p:sp>
        <p:nvSpPr>
          <p:cNvPr id="350" name="Google Shape;35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Streamlined Editor</a:t>
            </a:r>
            <a:endParaRPr/>
          </a:p>
        </p:txBody>
      </p:sp>
      <p:sp>
        <p:nvSpPr>
          <p:cNvPr id="359" name="Google Shape;359;p3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What is sed?</a:t>
            </a:r>
            <a:endParaRPr/>
          </a:p>
          <a:p>
            <a:pPr indent="-342900" lvl="0" marL="342900" rtl="0" algn="l">
              <a:spcBef>
                <a:spcPts val="640"/>
              </a:spcBef>
              <a:spcAft>
                <a:spcPts val="0"/>
              </a:spcAft>
              <a:buClr>
                <a:srgbClr val="000000"/>
              </a:buClr>
              <a:buSzPts val="3200"/>
              <a:buChar char="•"/>
            </a:pPr>
            <a:r>
              <a:rPr lang="en-US"/>
              <a:t>How sed works</a:t>
            </a:r>
            <a:endParaRPr/>
          </a:p>
          <a:p>
            <a:pPr indent="-342900" lvl="0" marL="342900" rtl="0" algn="l">
              <a:spcBef>
                <a:spcPts val="640"/>
              </a:spcBef>
              <a:spcAft>
                <a:spcPts val="0"/>
              </a:spcAft>
              <a:buClr>
                <a:srgbClr val="000000"/>
              </a:buClr>
              <a:buSzPts val="3200"/>
              <a:buChar char="•"/>
            </a:pPr>
            <a:r>
              <a:rPr lang="en-US"/>
              <a:t>Addressing</a:t>
            </a:r>
            <a:endParaRPr/>
          </a:p>
          <a:p>
            <a:pPr indent="-342900" lvl="0" marL="342900" rtl="0" algn="l">
              <a:spcBef>
                <a:spcPts val="640"/>
              </a:spcBef>
              <a:spcAft>
                <a:spcPts val="0"/>
              </a:spcAft>
              <a:buClr>
                <a:srgbClr val="000000"/>
              </a:buClr>
              <a:buSzPts val="3200"/>
              <a:buChar char="•"/>
            </a:pPr>
            <a:r>
              <a:rPr lang="en-US"/>
              <a:t>Commands</a:t>
            </a:r>
            <a:endParaRPr/>
          </a:p>
          <a:p>
            <a:pPr indent="-342900" lvl="0" marL="342900" rtl="0" algn="l">
              <a:spcBef>
                <a:spcPts val="640"/>
              </a:spcBef>
              <a:spcAft>
                <a:spcPts val="0"/>
              </a:spcAft>
              <a:buClr>
                <a:srgbClr val="000000"/>
              </a:buClr>
              <a:buSzPts val="3200"/>
              <a:buChar char="•"/>
            </a:pPr>
            <a:r>
              <a:rPr lang="en-US"/>
              <a:t>Examples</a:t>
            </a:r>
            <a:endParaRPr/>
          </a:p>
        </p:txBody>
      </p:sp>
      <p:sp>
        <p:nvSpPr>
          <p:cNvPr id="360" name="Google Shape;36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1"/>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What is sed?</a:t>
            </a:r>
            <a:endParaRPr/>
          </a:p>
        </p:txBody>
      </p:sp>
      <p:sp>
        <p:nvSpPr>
          <p:cNvPr id="369" name="Google Shape;369;p31"/>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It is a streamline, non-interactive editor.</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It performs the same kind of tasks as in vi.</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It doesn’t change your file unless the output is saved with shell redirection.</a:t>
            </a:r>
            <a:endParaRPr/>
          </a:p>
        </p:txBody>
      </p:sp>
      <p:sp>
        <p:nvSpPr>
          <p:cNvPr id="370" name="Google Shape;37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2"/>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How does sed Work?</a:t>
            </a:r>
            <a:endParaRPr/>
          </a:p>
        </p:txBody>
      </p:sp>
      <p:sp>
        <p:nvSpPr>
          <p:cNvPr id="379" name="Google Shape;379;p32"/>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The sed editor process a file (input) one line at a time and sends its output to the screen.</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The sed stores the line it process in a buffer and once processing is finished the line is sent to the screen (unless command was delete) and the next line is read and the process is repeated until the last line is reached.</a:t>
            </a:r>
            <a:endParaRPr/>
          </a:p>
        </p:txBody>
      </p:sp>
      <p:sp>
        <p:nvSpPr>
          <p:cNvPr id="380" name="Google Shape;38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Addressing</a:t>
            </a:r>
            <a:endParaRPr/>
          </a:p>
        </p:txBody>
      </p:sp>
      <p:sp>
        <p:nvSpPr>
          <p:cNvPr id="390" name="Google Shape;390;p33"/>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Addressing is used to determine which lines to be edited.</a:t>
            </a:r>
            <a:endParaRPr/>
          </a:p>
          <a:p>
            <a:pPr indent="-342900" lvl="0" marL="342900" rtl="0" algn="l">
              <a:spcBef>
                <a:spcPts val="640"/>
              </a:spcBef>
              <a:spcAft>
                <a:spcPts val="0"/>
              </a:spcAft>
              <a:buClr>
                <a:srgbClr val="000000"/>
              </a:buClr>
              <a:buSzPts val="3200"/>
              <a:buChar char="•"/>
            </a:pPr>
            <a:r>
              <a:rPr lang="en-US"/>
              <a:t>The addressing format can be</a:t>
            </a:r>
            <a:endParaRPr/>
          </a:p>
          <a:p>
            <a:pPr indent="-285750" lvl="1" marL="742950" rtl="0" algn="l">
              <a:spcBef>
                <a:spcPts val="560"/>
              </a:spcBef>
              <a:spcAft>
                <a:spcPts val="0"/>
              </a:spcAft>
              <a:buClr>
                <a:srgbClr val="000000"/>
              </a:buClr>
              <a:buSzPts val="2800"/>
              <a:buChar char="–"/>
            </a:pPr>
            <a:r>
              <a:rPr lang="en-US"/>
              <a:t>Number</a:t>
            </a:r>
            <a:endParaRPr/>
          </a:p>
          <a:p>
            <a:pPr indent="-285750" lvl="1" marL="742950" rtl="0" algn="l">
              <a:spcBef>
                <a:spcPts val="560"/>
              </a:spcBef>
              <a:spcAft>
                <a:spcPts val="0"/>
              </a:spcAft>
              <a:buClr>
                <a:srgbClr val="000000"/>
              </a:buClr>
              <a:buSzPts val="2800"/>
              <a:buChar char="–"/>
            </a:pPr>
            <a:r>
              <a:rPr lang="en-US"/>
              <a:t>Regular expression</a:t>
            </a:r>
            <a:endParaRPr/>
          </a:p>
          <a:p>
            <a:pPr indent="-285750" lvl="1" marL="742950" rtl="0" algn="l">
              <a:spcBef>
                <a:spcPts val="560"/>
              </a:spcBef>
              <a:spcAft>
                <a:spcPts val="0"/>
              </a:spcAft>
              <a:buClr>
                <a:srgbClr val="000000"/>
              </a:buClr>
              <a:buSzPts val="2800"/>
              <a:buChar char="–"/>
            </a:pPr>
            <a:r>
              <a:rPr lang="en-US"/>
              <a:t>Both</a:t>
            </a:r>
            <a:endParaRPr/>
          </a:p>
          <a:p>
            <a:pPr indent="0" lvl="0" marL="0" rtl="0" algn="l">
              <a:spcBef>
                <a:spcPts val="640"/>
              </a:spcBef>
              <a:spcAft>
                <a:spcPts val="0"/>
              </a:spcAft>
              <a:buClr>
                <a:srgbClr val="000000"/>
              </a:buClr>
              <a:buSzPts val="3200"/>
              <a:buNone/>
            </a:pPr>
            <a:r>
              <a:rPr lang="en-US"/>
              <a:t>* Number represents a line number.</a:t>
            </a:r>
            <a:endParaRPr/>
          </a:p>
          <a:p>
            <a:pPr indent="0" lvl="0" marL="0" rtl="0" algn="l">
              <a:spcBef>
                <a:spcPts val="640"/>
              </a:spcBef>
              <a:spcAft>
                <a:spcPts val="0"/>
              </a:spcAft>
              <a:buClr>
                <a:srgbClr val="000000"/>
              </a:buClr>
              <a:buSzPts val="3200"/>
              <a:buNone/>
            </a:pPr>
            <a:r>
              <a:t/>
            </a:r>
            <a:endParaRPr/>
          </a:p>
        </p:txBody>
      </p:sp>
      <p:sp>
        <p:nvSpPr>
          <p:cNvPr id="391" name="Google Shape;39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Commands</a:t>
            </a:r>
            <a:endParaRPr/>
          </a:p>
        </p:txBody>
      </p:sp>
      <p:sp>
        <p:nvSpPr>
          <p:cNvPr id="401" name="Google Shape;401;p34"/>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The sed commands tell sed what to do with the line:</a:t>
            </a:r>
            <a:endParaRPr/>
          </a:p>
          <a:p>
            <a:pPr indent="-285750" lvl="1" marL="742950" rtl="0" algn="l">
              <a:spcBef>
                <a:spcPts val="560"/>
              </a:spcBef>
              <a:spcAft>
                <a:spcPts val="0"/>
              </a:spcAft>
              <a:buClr>
                <a:srgbClr val="000000"/>
              </a:buClr>
              <a:buSzPts val="2800"/>
              <a:buChar char="–"/>
            </a:pPr>
            <a:r>
              <a:rPr lang="en-US"/>
              <a:t>Print it</a:t>
            </a:r>
            <a:endParaRPr/>
          </a:p>
          <a:p>
            <a:pPr indent="-285750" lvl="1" marL="742950" rtl="0" algn="l">
              <a:spcBef>
                <a:spcPts val="560"/>
              </a:spcBef>
              <a:spcAft>
                <a:spcPts val="0"/>
              </a:spcAft>
              <a:buClr>
                <a:srgbClr val="000000"/>
              </a:buClr>
              <a:buSzPts val="2800"/>
              <a:buChar char="–"/>
            </a:pPr>
            <a:r>
              <a:rPr lang="en-US"/>
              <a:t>Remove it</a:t>
            </a:r>
            <a:endParaRPr/>
          </a:p>
          <a:p>
            <a:pPr indent="-285750" lvl="1" marL="742950" rtl="0" algn="l">
              <a:spcBef>
                <a:spcPts val="560"/>
              </a:spcBef>
              <a:spcAft>
                <a:spcPts val="0"/>
              </a:spcAft>
              <a:buClr>
                <a:srgbClr val="000000"/>
              </a:buClr>
              <a:buSzPts val="2800"/>
              <a:buChar char="–"/>
            </a:pPr>
            <a:r>
              <a:rPr lang="en-US"/>
              <a:t>Change it</a:t>
            </a:r>
            <a:endParaRPr/>
          </a:p>
          <a:p>
            <a:pPr indent="-342900" lvl="0" marL="342900" rtl="0" algn="l">
              <a:spcBef>
                <a:spcPts val="640"/>
              </a:spcBef>
              <a:spcAft>
                <a:spcPts val="0"/>
              </a:spcAft>
              <a:buClr>
                <a:srgbClr val="000000"/>
              </a:buClr>
              <a:buSzPts val="3200"/>
              <a:buChar char="•"/>
            </a:pPr>
            <a:r>
              <a:rPr lang="en-US"/>
              <a:t>The sed format</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sed ‘command’ filename</a:t>
            </a:r>
            <a:endParaRPr/>
          </a:p>
        </p:txBody>
      </p:sp>
      <p:sp>
        <p:nvSpPr>
          <p:cNvPr id="402" name="Google Shape;40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412" name="Google Shape;412;p35"/>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rgbClr val="000000"/>
              </a:buClr>
              <a:buSzPct val="100000"/>
              <a:buChar char="•"/>
            </a:pPr>
            <a:r>
              <a:rPr lang="en-US"/>
              <a:t>To print lines contain the pattern root</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$sed ‘/root/p’ myfile</a:t>
            </a:r>
            <a:endParaRPr>
              <a:latin typeface="Courier New"/>
              <a:ea typeface="Courier New"/>
              <a:cs typeface="Courier New"/>
              <a:sym typeface="Courier New"/>
            </a:endParaRPr>
          </a:p>
          <a:p>
            <a:pPr indent="0" lvl="0" marL="0" rtl="0" algn="l">
              <a:spcBef>
                <a:spcPts val="496"/>
              </a:spcBef>
              <a:spcAft>
                <a:spcPts val="0"/>
              </a:spcAft>
              <a:buClr>
                <a:srgbClr val="000000"/>
              </a:buClr>
              <a:buSzPct val="100000"/>
              <a:buNone/>
            </a:pPr>
            <a:r>
              <a:rPr lang="en-US"/>
              <a:t>sherine</a:t>
            </a:r>
            <a:endParaRPr/>
          </a:p>
          <a:p>
            <a:pPr indent="0" lvl="0" marL="0" rtl="0" algn="l">
              <a:spcBef>
                <a:spcPts val="496"/>
              </a:spcBef>
              <a:spcAft>
                <a:spcPts val="0"/>
              </a:spcAft>
              <a:buClr>
                <a:srgbClr val="000000"/>
              </a:buClr>
              <a:buSzPct val="100000"/>
              <a:buNone/>
            </a:pPr>
            <a:r>
              <a:rPr lang="en-US"/>
              <a:t>maha</a:t>
            </a:r>
            <a:endParaRPr/>
          </a:p>
          <a:p>
            <a:pPr indent="0" lvl="0" marL="0" rtl="0" algn="l">
              <a:spcBef>
                <a:spcPts val="496"/>
              </a:spcBef>
              <a:spcAft>
                <a:spcPts val="0"/>
              </a:spcAft>
              <a:buClr>
                <a:srgbClr val="000000"/>
              </a:buClr>
              <a:buSzPct val="100000"/>
              <a:buNone/>
            </a:pPr>
            <a:r>
              <a:rPr lang="en-US"/>
              <a:t>root</a:t>
            </a:r>
            <a:endParaRPr/>
          </a:p>
          <a:p>
            <a:pPr indent="0" lvl="0" marL="0" rtl="0" algn="l">
              <a:spcBef>
                <a:spcPts val="496"/>
              </a:spcBef>
              <a:spcAft>
                <a:spcPts val="0"/>
              </a:spcAft>
              <a:buClr>
                <a:srgbClr val="000000"/>
              </a:buClr>
              <a:buSzPct val="100000"/>
              <a:buNone/>
            </a:pPr>
            <a:r>
              <a:rPr lang="en-US"/>
              <a:t>root</a:t>
            </a:r>
            <a:endParaRPr/>
          </a:p>
          <a:p>
            <a:pPr indent="0" lvl="0" marL="0" rtl="0" algn="l">
              <a:spcBef>
                <a:spcPts val="496"/>
              </a:spcBef>
              <a:spcAft>
                <a:spcPts val="0"/>
              </a:spcAft>
              <a:buClr>
                <a:srgbClr val="000000"/>
              </a:buClr>
              <a:buSzPct val="100000"/>
              <a:buNone/>
            </a:pPr>
            <a:r>
              <a:rPr lang="en-US"/>
              <a:t>user</a:t>
            </a:r>
            <a:endParaRPr/>
          </a:p>
          <a:p>
            <a:pPr indent="-185420" lvl="0" marL="342900" rtl="0" algn="l">
              <a:spcBef>
                <a:spcPts val="496"/>
              </a:spcBef>
              <a:spcAft>
                <a:spcPts val="0"/>
              </a:spcAft>
              <a:buClr>
                <a:srgbClr val="000000"/>
              </a:buClr>
              <a:buSzPct val="100000"/>
              <a:buNone/>
            </a:pPr>
            <a:r>
              <a:t/>
            </a:r>
            <a:endParaRPr/>
          </a:p>
          <a:p>
            <a:pPr indent="-342900" lvl="0" marL="342900" rtl="0" algn="l">
              <a:spcBef>
                <a:spcPts val="496"/>
              </a:spcBef>
              <a:spcAft>
                <a:spcPts val="0"/>
              </a:spcAft>
              <a:buClr>
                <a:srgbClr val="000000"/>
              </a:buClr>
              <a:buSzPct val="100000"/>
              <a:buChar char="•"/>
            </a:pPr>
            <a:r>
              <a:rPr lang="en-US"/>
              <a:t>To suppresses the default behavior of the  sed</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$sed –n ‘/root/p’ myfile</a:t>
            </a:r>
            <a:endParaRPr>
              <a:latin typeface="Courier New"/>
              <a:ea typeface="Courier New"/>
              <a:cs typeface="Courier New"/>
              <a:sym typeface="Courier New"/>
            </a:endParaRPr>
          </a:p>
          <a:p>
            <a:pPr indent="0" lvl="0" marL="0" rtl="0" algn="l">
              <a:spcBef>
                <a:spcPts val="496"/>
              </a:spcBef>
              <a:spcAft>
                <a:spcPts val="0"/>
              </a:spcAft>
              <a:buClr>
                <a:srgbClr val="000000"/>
              </a:buClr>
              <a:buSzPct val="100000"/>
              <a:buNone/>
            </a:pPr>
            <a:r>
              <a:rPr lang="en-US"/>
              <a:t>root</a:t>
            </a:r>
            <a:endParaRPr/>
          </a:p>
          <a:p>
            <a:pPr indent="-185420" lvl="0" marL="342900" rtl="0" algn="l">
              <a:spcBef>
                <a:spcPts val="496"/>
              </a:spcBef>
              <a:spcAft>
                <a:spcPts val="0"/>
              </a:spcAft>
              <a:buClr>
                <a:srgbClr val="000000"/>
              </a:buClr>
              <a:buSzPct val="100000"/>
              <a:buNone/>
            </a:pPr>
            <a:r>
              <a:t/>
            </a:r>
            <a:endParaRPr/>
          </a:p>
        </p:txBody>
      </p:sp>
      <p:sp>
        <p:nvSpPr>
          <p:cNvPr id="413" name="Google Shape;41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0" st="0"/>
                                            </p:txEl>
                                          </p:spTgt>
                                        </p:tgtEl>
                                        <p:attrNameLst>
                                          <p:attrName>style.visibility</p:attrName>
                                        </p:attrNameLst>
                                      </p:cBhvr>
                                      <p:to>
                                        <p:strVal val="visible"/>
                                      </p:to>
                                    </p:set>
                                    <p:animEffect filter="fade" transition="in">
                                      <p:cBhvr>
                                        <p:cTn dur="500"/>
                                        <p:tgtEl>
                                          <p:spTgt spid="4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1" st="1"/>
                                            </p:txEl>
                                          </p:spTgt>
                                        </p:tgtEl>
                                        <p:attrNameLst>
                                          <p:attrName>style.visibility</p:attrName>
                                        </p:attrNameLst>
                                      </p:cBhvr>
                                      <p:to>
                                        <p:strVal val="visible"/>
                                      </p:to>
                                    </p:set>
                                    <p:animEffect filter="fade" transition="in">
                                      <p:cBhvr>
                                        <p:cTn dur="500"/>
                                        <p:tgtEl>
                                          <p:spTgt spid="4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2" st="2"/>
                                            </p:txEl>
                                          </p:spTgt>
                                        </p:tgtEl>
                                        <p:attrNameLst>
                                          <p:attrName>style.visibility</p:attrName>
                                        </p:attrNameLst>
                                      </p:cBhvr>
                                      <p:to>
                                        <p:strVal val="visible"/>
                                      </p:to>
                                    </p:set>
                                    <p:animEffect filter="fade" transition="in">
                                      <p:cBhvr>
                                        <p:cTn dur="500"/>
                                        <p:tgtEl>
                                          <p:spTgt spid="4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3" st="3"/>
                                            </p:txEl>
                                          </p:spTgt>
                                        </p:tgtEl>
                                        <p:attrNameLst>
                                          <p:attrName>style.visibility</p:attrName>
                                        </p:attrNameLst>
                                      </p:cBhvr>
                                      <p:to>
                                        <p:strVal val="visible"/>
                                      </p:to>
                                    </p:set>
                                    <p:animEffect filter="fade" transition="in">
                                      <p:cBhvr>
                                        <p:cTn dur="500"/>
                                        <p:tgtEl>
                                          <p:spTgt spid="4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4" st="4"/>
                                            </p:txEl>
                                          </p:spTgt>
                                        </p:tgtEl>
                                        <p:attrNameLst>
                                          <p:attrName>style.visibility</p:attrName>
                                        </p:attrNameLst>
                                      </p:cBhvr>
                                      <p:to>
                                        <p:strVal val="visible"/>
                                      </p:to>
                                    </p:set>
                                    <p:animEffect filter="fade" transition="in">
                                      <p:cBhvr>
                                        <p:cTn dur="500"/>
                                        <p:tgtEl>
                                          <p:spTgt spid="4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5" st="5"/>
                                            </p:txEl>
                                          </p:spTgt>
                                        </p:tgtEl>
                                        <p:attrNameLst>
                                          <p:attrName>style.visibility</p:attrName>
                                        </p:attrNameLst>
                                      </p:cBhvr>
                                      <p:to>
                                        <p:strVal val="visible"/>
                                      </p:to>
                                    </p:set>
                                    <p:animEffect filter="fade" transition="in">
                                      <p:cBhvr>
                                        <p:cTn dur="500"/>
                                        <p:tgtEl>
                                          <p:spTgt spid="4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6" st="6"/>
                                            </p:txEl>
                                          </p:spTgt>
                                        </p:tgtEl>
                                        <p:attrNameLst>
                                          <p:attrName>style.visibility</p:attrName>
                                        </p:attrNameLst>
                                      </p:cBhvr>
                                      <p:to>
                                        <p:strVal val="visible"/>
                                      </p:to>
                                    </p:set>
                                    <p:animEffect filter="fade" transition="in">
                                      <p:cBhvr>
                                        <p:cTn dur="500"/>
                                        <p:tgtEl>
                                          <p:spTgt spid="4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7" st="7"/>
                                            </p:txEl>
                                          </p:spTgt>
                                        </p:tgtEl>
                                        <p:attrNameLst>
                                          <p:attrName>style.visibility</p:attrName>
                                        </p:attrNameLst>
                                      </p:cBhvr>
                                      <p:to>
                                        <p:strVal val="visible"/>
                                      </p:to>
                                    </p:set>
                                    <p:animEffect filter="fade" transition="in">
                                      <p:cBhvr>
                                        <p:cTn dur="500"/>
                                        <p:tgtEl>
                                          <p:spTgt spid="4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8" st="8"/>
                                            </p:txEl>
                                          </p:spTgt>
                                        </p:tgtEl>
                                        <p:attrNameLst>
                                          <p:attrName>style.visibility</p:attrName>
                                        </p:attrNameLst>
                                      </p:cBhvr>
                                      <p:to>
                                        <p:strVal val="visible"/>
                                      </p:to>
                                    </p:set>
                                    <p:animEffect filter="fade" transition="in">
                                      <p:cBhvr>
                                        <p:cTn dur="500"/>
                                        <p:tgtEl>
                                          <p:spTgt spid="4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9" st="9"/>
                                            </p:txEl>
                                          </p:spTgt>
                                        </p:tgtEl>
                                        <p:attrNameLst>
                                          <p:attrName>style.visibility</p:attrName>
                                        </p:attrNameLst>
                                      </p:cBhvr>
                                      <p:to>
                                        <p:strVal val="visible"/>
                                      </p:to>
                                    </p:set>
                                    <p:animEffect filter="fade" transition="in">
                                      <p:cBhvr>
                                        <p:cTn dur="500"/>
                                        <p:tgtEl>
                                          <p:spTgt spid="41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10" st="10"/>
                                            </p:txEl>
                                          </p:spTgt>
                                        </p:tgtEl>
                                        <p:attrNameLst>
                                          <p:attrName>style.visibility</p:attrName>
                                        </p:attrNameLst>
                                      </p:cBhvr>
                                      <p:to>
                                        <p:strVal val="visible"/>
                                      </p:to>
                                    </p:set>
                                    <p:animEffect filter="fade" transition="in">
                                      <p:cBhvr>
                                        <p:cTn dur="500"/>
                                        <p:tgtEl>
                                          <p:spTgt spid="41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11" st="11"/>
                                            </p:txEl>
                                          </p:spTgt>
                                        </p:tgtEl>
                                        <p:attrNameLst>
                                          <p:attrName>style.visibility</p:attrName>
                                        </p:attrNameLst>
                                      </p:cBhvr>
                                      <p:to>
                                        <p:strVal val="visible"/>
                                      </p:to>
                                    </p:set>
                                    <p:animEffect filter="fade" transition="in">
                                      <p:cBhvr>
                                        <p:cTn dur="500"/>
                                        <p:tgtEl>
                                          <p:spTgt spid="412">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6"/>
          <p:cNvSpPr/>
          <p:nvPr/>
        </p:nvSpPr>
        <p:spPr>
          <a:xfrm>
            <a:off x="228600" y="530808"/>
            <a:ext cx="4724280" cy="1170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2000"/>
              <a:buFont typeface="Calibri"/>
              <a:buNone/>
            </a:pPr>
            <a:r>
              <a:t/>
            </a:r>
            <a:endParaRPr b="1" i="0" sz="2000" u="none" cap="none" strike="noStrike">
              <a:solidFill>
                <a:srgbClr val="FFFFFF"/>
              </a:solidFill>
              <a:latin typeface="Schoolbell"/>
              <a:ea typeface="Schoolbell"/>
              <a:cs typeface="Schoolbell"/>
              <a:sym typeface="Schoolbell"/>
            </a:endParaRPr>
          </a:p>
        </p:txBody>
      </p:sp>
      <p:sp>
        <p:nvSpPr>
          <p:cNvPr id="422" name="Google Shape;422;p3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423" name="Google Shape;423;p36"/>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rgbClr val="000000"/>
              </a:buClr>
              <a:buSzPct val="100000"/>
              <a:buChar char="•"/>
            </a:pPr>
            <a:r>
              <a:rPr lang="en-US"/>
              <a:t>To print lines from maha to root</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$sed –n ‘/maha/,/root/p’ myfile</a:t>
            </a:r>
            <a:endParaRPr>
              <a:latin typeface="Courier New"/>
              <a:ea typeface="Courier New"/>
              <a:cs typeface="Courier New"/>
              <a:sym typeface="Courier New"/>
            </a:endParaRPr>
          </a:p>
          <a:p>
            <a:pPr indent="0" lvl="0" marL="0" rtl="0" algn="l">
              <a:spcBef>
                <a:spcPts val="544"/>
              </a:spcBef>
              <a:spcAft>
                <a:spcPts val="0"/>
              </a:spcAft>
              <a:buClr>
                <a:srgbClr val="000000"/>
              </a:buClr>
              <a:buSzPct val="100000"/>
              <a:buNone/>
            </a:pPr>
            <a:r>
              <a:rPr lang="en-US"/>
              <a:t>maha</a:t>
            </a:r>
            <a:endParaRPr/>
          </a:p>
          <a:p>
            <a:pPr indent="0" lvl="0" marL="0" rtl="0" algn="l">
              <a:spcBef>
                <a:spcPts val="544"/>
              </a:spcBef>
              <a:spcAft>
                <a:spcPts val="0"/>
              </a:spcAft>
              <a:buClr>
                <a:srgbClr val="000000"/>
              </a:buClr>
              <a:buSzPct val="100000"/>
              <a:buNone/>
            </a:pPr>
            <a:r>
              <a:rPr lang="en-US"/>
              <a:t>root</a:t>
            </a:r>
            <a:endParaRPr/>
          </a:p>
          <a:p>
            <a:pPr indent="-170180" lvl="0" marL="342900" rtl="0" algn="l">
              <a:spcBef>
                <a:spcPts val="544"/>
              </a:spcBef>
              <a:spcAft>
                <a:spcPts val="0"/>
              </a:spcAft>
              <a:buClr>
                <a:srgbClr val="000000"/>
              </a:buClr>
              <a:buSzPct val="100000"/>
              <a:buNone/>
            </a:pPr>
            <a:r>
              <a:t/>
            </a:r>
            <a:endParaRPr/>
          </a:p>
          <a:p>
            <a:pPr indent="-342900" lvl="0" marL="342900" rtl="0" algn="l">
              <a:spcBef>
                <a:spcPts val="544"/>
              </a:spcBef>
              <a:spcAft>
                <a:spcPts val="0"/>
              </a:spcAft>
              <a:buClr>
                <a:srgbClr val="000000"/>
              </a:buClr>
              <a:buSzPct val="100000"/>
              <a:buChar char="•"/>
            </a:pPr>
            <a:r>
              <a:rPr lang="en-US"/>
              <a:t>To print lines from 2 to the line that begins with us</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$sed –n ‘2,/^us/p’ myfile</a:t>
            </a:r>
            <a:endParaRPr>
              <a:latin typeface="Courier New"/>
              <a:ea typeface="Courier New"/>
              <a:cs typeface="Courier New"/>
              <a:sym typeface="Courier New"/>
            </a:endParaRPr>
          </a:p>
          <a:p>
            <a:pPr indent="0" lvl="0" marL="0" rtl="0" algn="l">
              <a:spcBef>
                <a:spcPts val="544"/>
              </a:spcBef>
              <a:spcAft>
                <a:spcPts val="0"/>
              </a:spcAft>
              <a:buClr>
                <a:srgbClr val="000000"/>
              </a:buClr>
              <a:buSzPct val="100000"/>
              <a:buNone/>
            </a:pPr>
            <a:r>
              <a:rPr lang="en-US"/>
              <a:t>maha</a:t>
            </a:r>
            <a:endParaRPr/>
          </a:p>
          <a:p>
            <a:pPr indent="0" lvl="0" marL="0" rtl="0" algn="l">
              <a:spcBef>
                <a:spcPts val="544"/>
              </a:spcBef>
              <a:spcAft>
                <a:spcPts val="0"/>
              </a:spcAft>
              <a:buClr>
                <a:srgbClr val="000000"/>
              </a:buClr>
              <a:buSzPct val="100000"/>
              <a:buNone/>
            </a:pPr>
            <a:r>
              <a:rPr lang="en-US"/>
              <a:t>root</a:t>
            </a:r>
            <a:endParaRPr/>
          </a:p>
          <a:p>
            <a:pPr indent="0" lvl="0" marL="0" rtl="0" algn="l">
              <a:spcBef>
                <a:spcPts val="544"/>
              </a:spcBef>
              <a:spcAft>
                <a:spcPts val="0"/>
              </a:spcAft>
              <a:buClr>
                <a:srgbClr val="000000"/>
              </a:buClr>
              <a:buSzPct val="100000"/>
              <a:buNone/>
            </a:pPr>
            <a:r>
              <a:rPr lang="en-US"/>
              <a:t>user</a:t>
            </a:r>
            <a:endParaRPr/>
          </a:p>
        </p:txBody>
      </p:sp>
      <p:sp>
        <p:nvSpPr>
          <p:cNvPr id="424" name="Google Shape;42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0" st="0"/>
                                            </p:txEl>
                                          </p:spTgt>
                                        </p:tgtEl>
                                        <p:attrNameLst>
                                          <p:attrName>style.visibility</p:attrName>
                                        </p:attrNameLst>
                                      </p:cBhvr>
                                      <p:to>
                                        <p:strVal val="visible"/>
                                      </p:to>
                                    </p:set>
                                    <p:animEffect filter="fade" transition="in">
                                      <p:cBhvr>
                                        <p:cTn dur="500"/>
                                        <p:tgtEl>
                                          <p:spTgt spid="4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1" st="1"/>
                                            </p:txEl>
                                          </p:spTgt>
                                        </p:tgtEl>
                                        <p:attrNameLst>
                                          <p:attrName>style.visibility</p:attrName>
                                        </p:attrNameLst>
                                      </p:cBhvr>
                                      <p:to>
                                        <p:strVal val="visible"/>
                                      </p:to>
                                    </p:set>
                                    <p:animEffect filter="fade" transition="in">
                                      <p:cBhvr>
                                        <p:cTn dur="500"/>
                                        <p:tgtEl>
                                          <p:spTgt spid="4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2" st="2"/>
                                            </p:txEl>
                                          </p:spTgt>
                                        </p:tgtEl>
                                        <p:attrNameLst>
                                          <p:attrName>style.visibility</p:attrName>
                                        </p:attrNameLst>
                                      </p:cBhvr>
                                      <p:to>
                                        <p:strVal val="visible"/>
                                      </p:to>
                                    </p:set>
                                    <p:animEffect filter="fade" transition="in">
                                      <p:cBhvr>
                                        <p:cTn dur="500"/>
                                        <p:tgtEl>
                                          <p:spTgt spid="4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3" st="3"/>
                                            </p:txEl>
                                          </p:spTgt>
                                        </p:tgtEl>
                                        <p:attrNameLst>
                                          <p:attrName>style.visibility</p:attrName>
                                        </p:attrNameLst>
                                      </p:cBhvr>
                                      <p:to>
                                        <p:strVal val="visible"/>
                                      </p:to>
                                    </p:set>
                                    <p:animEffect filter="fade" transition="in">
                                      <p:cBhvr>
                                        <p:cTn dur="500"/>
                                        <p:tgtEl>
                                          <p:spTgt spid="4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4" st="4"/>
                                            </p:txEl>
                                          </p:spTgt>
                                        </p:tgtEl>
                                        <p:attrNameLst>
                                          <p:attrName>style.visibility</p:attrName>
                                        </p:attrNameLst>
                                      </p:cBhvr>
                                      <p:to>
                                        <p:strVal val="visible"/>
                                      </p:to>
                                    </p:set>
                                    <p:animEffect filter="fade" transition="in">
                                      <p:cBhvr>
                                        <p:cTn dur="500"/>
                                        <p:tgtEl>
                                          <p:spTgt spid="4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5" st="5"/>
                                            </p:txEl>
                                          </p:spTgt>
                                        </p:tgtEl>
                                        <p:attrNameLst>
                                          <p:attrName>style.visibility</p:attrName>
                                        </p:attrNameLst>
                                      </p:cBhvr>
                                      <p:to>
                                        <p:strVal val="visible"/>
                                      </p:to>
                                    </p:set>
                                    <p:animEffect filter="fade" transition="in">
                                      <p:cBhvr>
                                        <p:cTn dur="500"/>
                                        <p:tgtEl>
                                          <p:spTgt spid="42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6" st="6"/>
                                            </p:txEl>
                                          </p:spTgt>
                                        </p:tgtEl>
                                        <p:attrNameLst>
                                          <p:attrName>style.visibility</p:attrName>
                                        </p:attrNameLst>
                                      </p:cBhvr>
                                      <p:to>
                                        <p:strVal val="visible"/>
                                      </p:to>
                                    </p:set>
                                    <p:animEffect filter="fade" transition="in">
                                      <p:cBhvr>
                                        <p:cTn dur="500"/>
                                        <p:tgtEl>
                                          <p:spTgt spid="42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7" st="7"/>
                                            </p:txEl>
                                          </p:spTgt>
                                        </p:tgtEl>
                                        <p:attrNameLst>
                                          <p:attrName>style.visibility</p:attrName>
                                        </p:attrNameLst>
                                      </p:cBhvr>
                                      <p:to>
                                        <p:strVal val="visible"/>
                                      </p:to>
                                    </p:set>
                                    <p:animEffect filter="fade" transition="in">
                                      <p:cBhvr>
                                        <p:cTn dur="500"/>
                                        <p:tgtEl>
                                          <p:spTgt spid="42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8" st="8"/>
                                            </p:txEl>
                                          </p:spTgt>
                                        </p:tgtEl>
                                        <p:attrNameLst>
                                          <p:attrName>style.visibility</p:attrName>
                                        </p:attrNameLst>
                                      </p:cBhvr>
                                      <p:to>
                                        <p:strVal val="visible"/>
                                      </p:to>
                                    </p:set>
                                    <p:animEffect filter="fade" transition="in">
                                      <p:cBhvr>
                                        <p:cTn dur="500"/>
                                        <p:tgtEl>
                                          <p:spTgt spid="42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9" st="9"/>
                                            </p:txEl>
                                          </p:spTgt>
                                        </p:tgtEl>
                                        <p:attrNameLst>
                                          <p:attrName>style.visibility</p:attrName>
                                        </p:attrNameLst>
                                      </p:cBhvr>
                                      <p:to>
                                        <p:strVal val="visible"/>
                                      </p:to>
                                    </p:set>
                                    <p:animEffect filter="fade" transition="in">
                                      <p:cBhvr>
                                        <p:cTn dur="500"/>
                                        <p:tgtEl>
                                          <p:spTgt spid="42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7"/>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434" name="Google Shape;434;p37"/>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rgbClr val="000000"/>
              </a:buClr>
              <a:buSzPct val="100000"/>
              <a:buChar char="•"/>
            </a:pPr>
            <a:r>
              <a:rPr lang="en-US"/>
              <a:t>To delete the third line</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$sed ‘3d’ myfile</a:t>
            </a:r>
            <a:endParaRPr>
              <a:latin typeface="Courier New"/>
              <a:ea typeface="Courier New"/>
              <a:cs typeface="Courier New"/>
              <a:sym typeface="Courier New"/>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sherine</a:t>
            </a:r>
            <a:endParaRPr>
              <a:latin typeface="Courier New"/>
              <a:ea typeface="Courier New"/>
              <a:cs typeface="Courier New"/>
              <a:sym typeface="Courier New"/>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maha</a:t>
            </a:r>
            <a:endParaRPr>
              <a:latin typeface="Courier New"/>
              <a:ea typeface="Courier New"/>
              <a:cs typeface="Courier New"/>
              <a:sym typeface="Courier New"/>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user</a:t>
            </a:r>
            <a:endParaRPr/>
          </a:p>
          <a:p>
            <a:pPr indent="-185420" lvl="0" marL="342900" rtl="0" algn="l">
              <a:spcBef>
                <a:spcPts val="496"/>
              </a:spcBef>
              <a:spcAft>
                <a:spcPts val="0"/>
              </a:spcAft>
              <a:buClr>
                <a:srgbClr val="000000"/>
              </a:buClr>
              <a:buSzPct val="100000"/>
              <a:buNone/>
            </a:pPr>
            <a:r>
              <a:t/>
            </a:r>
            <a:endParaRPr/>
          </a:p>
          <a:p>
            <a:pPr indent="-342900" lvl="0" marL="342900" rtl="0" algn="l">
              <a:spcBef>
                <a:spcPts val="496"/>
              </a:spcBef>
              <a:spcAft>
                <a:spcPts val="0"/>
              </a:spcAft>
              <a:buClr>
                <a:srgbClr val="000000"/>
              </a:buClr>
              <a:buSzPct val="100000"/>
              <a:buChar char="•"/>
            </a:pPr>
            <a:r>
              <a:rPr lang="en-US"/>
              <a:t>To delete the last line</a:t>
            </a:r>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$sed ‘$d’ myfile</a:t>
            </a:r>
            <a:endParaRPr>
              <a:latin typeface="Courier New"/>
              <a:ea typeface="Courier New"/>
              <a:cs typeface="Courier New"/>
              <a:sym typeface="Courier New"/>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sherine</a:t>
            </a:r>
            <a:endParaRPr>
              <a:latin typeface="Courier New"/>
              <a:ea typeface="Courier New"/>
              <a:cs typeface="Courier New"/>
              <a:sym typeface="Courier New"/>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maha</a:t>
            </a:r>
            <a:endParaRPr>
              <a:latin typeface="Courier New"/>
              <a:ea typeface="Courier New"/>
              <a:cs typeface="Courier New"/>
              <a:sym typeface="Courier New"/>
            </a:endParaRPr>
          </a:p>
          <a:p>
            <a:pPr indent="0" lvl="0" marL="0" rtl="0" algn="l">
              <a:spcBef>
                <a:spcPts val="496"/>
              </a:spcBef>
              <a:spcAft>
                <a:spcPts val="0"/>
              </a:spcAft>
              <a:buClr>
                <a:srgbClr val="000000"/>
              </a:buClr>
              <a:buSzPct val="100000"/>
              <a:buNone/>
            </a:pPr>
            <a:r>
              <a:rPr lang="en-US">
                <a:latin typeface="Courier New"/>
                <a:ea typeface="Courier New"/>
                <a:cs typeface="Courier New"/>
                <a:sym typeface="Courier New"/>
              </a:rPr>
              <a:t>root</a:t>
            </a:r>
            <a:endParaRPr/>
          </a:p>
          <a:p>
            <a:pPr indent="0" lvl="0" marL="0" rtl="0" algn="l">
              <a:spcBef>
                <a:spcPts val="496"/>
              </a:spcBef>
              <a:spcAft>
                <a:spcPts val="0"/>
              </a:spcAft>
              <a:buClr>
                <a:srgbClr val="000000"/>
              </a:buClr>
              <a:buSzPct val="100000"/>
              <a:buNone/>
            </a:pPr>
            <a:r>
              <a:t/>
            </a:r>
            <a:endParaRPr/>
          </a:p>
        </p:txBody>
      </p:sp>
      <p:sp>
        <p:nvSpPr>
          <p:cNvPr id="435" name="Google Shape;435;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0" st="0"/>
                                            </p:txEl>
                                          </p:spTgt>
                                        </p:tgtEl>
                                        <p:attrNameLst>
                                          <p:attrName>style.visibility</p:attrName>
                                        </p:attrNameLst>
                                      </p:cBhvr>
                                      <p:to>
                                        <p:strVal val="visible"/>
                                      </p:to>
                                    </p:set>
                                    <p:animEffect filter="fade" transition="in">
                                      <p:cBhvr>
                                        <p:cTn dur="500"/>
                                        <p:tgtEl>
                                          <p:spTgt spid="4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1" st="1"/>
                                            </p:txEl>
                                          </p:spTgt>
                                        </p:tgtEl>
                                        <p:attrNameLst>
                                          <p:attrName>style.visibility</p:attrName>
                                        </p:attrNameLst>
                                      </p:cBhvr>
                                      <p:to>
                                        <p:strVal val="visible"/>
                                      </p:to>
                                    </p:set>
                                    <p:animEffect filter="fade" transition="in">
                                      <p:cBhvr>
                                        <p:cTn dur="500"/>
                                        <p:tgtEl>
                                          <p:spTgt spid="4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2" st="2"/>
                                            </p:txEl>
                                          </p:spTgt>
                                        </p:tgtEl>
                                        <p:attrNameLst>
                                          <p:attrName>style.visibility</p:attrName>
                                        </p:attrNameLst>
                                      </p:cBhvr>
                                      <p:to>
                                        <p:strVal val="visible"/>
                                      </p:to>
                                    </p:set>
                                    <p:animEffect filter="fade" transition="in">
                                      <p:cBhvr>
                                        <p:cTn dur="500"/>
                                        <p:tgtEl>
                                          <p:spTgt spid="4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3" st="3"/>
                                            </p:txEl>
                                          </p:spTgt>
                                        </p:tgtEl>
                                        <p:attrNameLst>
                                          <p:attrName>style.visibility</p:attrName>
                                        </p:attrNameLst>
                                      </p:cBhvr>
                                      <p:to>
                                        <p:strVal val="visible"/>
                                      </p:to>
                                    </p:set>
                                    <p:animEffect filter="fade" transition="in">
                                      <p:cBhvr>
                                        <p:cTn dur="500"/>
                                        <p:tgtEl>
                                          <p:spTgt spid="4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4" st="4"/>
                                            </p:txEl>
                                          </p:spTgt>
                                        </p:tgtEl>
                                        <p:attrNameLst>
                                          <p:attrName>style.visibility</p:attrName>
                                        </p:attrNameLst>
                                      </p:cBhvr>
                                      <p:to>
                                        <p:strVal val="visible"/>
                                      </p:to>
                                    </p:set>
                                    <p:animEffect filter="fade" transition="in">
                                      <p:cBhvr>
                                        <p:cTn dur="500"/>
                                        <p:tgtEl>
                                          <p:spTgt spid="4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5" st="5"/>
                                            </p:txEl>
                                          </p:spTgt>
                                        </p:tgtEl>
                                        <p:attrNameLst>
                                          <p:attrName>style.visibility</p:attrName>
                                        </p:attrNameLst>
                                      </p:cBhvr>
                                      <p:to>
                                        <p:strVal val="visible"/>
                                      </p:to>
                                    </p:set>
                                    <p:animEffect filter="fade" transition="in">
                                      <p:cBhvr>
                                        <p:cTn dur="500"/>
                                        <p:tgtEl>
                                          <p:spTgt spid="4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6" st="6"/>
                                            </p:txEl>
                                          </p:spTgt>
                                        </p:tgtEl>
                                        <p:attrNameLst>
                                          <p:attrName>style.visibility</p:attrName>
                                        </p:attrNameLst>
                                      </p:cBhvr>
                                      <p:to>
                                        <p:strVal val="visible"/>
                                      </p:to>
                                    </p:set>
                                    <p:animEffect filter="fade" transition="in">
                                      <p:cBhvr>
                                        <p:cTn dur="500"/>
                                        <p:tgtEl>
                                          <p:spTgt spid="4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7" st="7"/>
                                            </p:txEl>
                                          </p:spTgt>
                                        </p:tgtEl>
                                        <p:attrNameLst>
                                          <p:attrName>style.visibility</p:attrName>
                                        </p:attrNameLst>
                                      </p:cBhvr>
                                      <p:to>
                                        <p:strVal val="visible"/>
                                      </p:to>
                                    </p:set>
                                    <p:animEffect filter="fade" transition="in">
                                      <p:cBhvr>
                                        <p:cTn dur="500"/>
                                        <p:tgtEl>
                                          <p:spTgt spid="4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8" st="8"/>
                                            </p:txEl>
                                          </p:spTgt>
                                        </p:tgtEl>
                                        <p:attrNameLst>
                                          <p:attrName>style.visibility</p:attrName>
                                        </p:attrNameLst>
                                      </p:cBhvr>
                                      <p:to>
                                        <p:strVal val="visible"/>
                                      </p:to>
                                    </p:set>
                                    <p:animEffect filter="fade" transition="in">
                                      <p:cBhvr>
                                        <p:cTn dur="500"/>
                                        <p:tgtEl>
                                          <p:spTgt spid="43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9" st="9"/>
                                            </p:txEl>
                                          </p:spTgt>
                                        </p:tgtEl>
                                        <p:attrNameLst>
                                          <p:attrName>style.visibility</p:attrName>
                                        </p:attrNameLst>
                                      </p:cBhvr>
                                      <p:to>
                                        <p:strVal val="visible"/>
                                      </p:to>
                                    </p:set>
                                    <p:animEffect filter="fade" transition="in">
                                      <p:cBhvr>
                                        <p:cTn dur="500"/>
                                        <p:tgtEl>
                                          <p:spTgt spid="43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10" st="10"/>
                                            </p:txEl>
                                          </p:spTgt>
                                        </p:tgtEl>
                                        <p:attrNameLst>
                                          <p:attrName>style.visibility</p:attrName>
                                        </p:attrNameLst>
                                      </p:cBhvr>
                                      <p:to>
                                        <p:strVal val="visible"/>
                                      </p:to>
                                    </p:set>
                                    <p:animEffect filter="fade" transition="in">
                                      <p:cBhvr>
                                        <p:cTn dur="500"/>
                                        <p:tgtEl>
                                          <p:spTgt spid="43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xEl>
                                              <p:pRg end="11" st="11"/>
                                            </p:txEl>
                                          </p:spTgt>
                                        </p:tgtEl>
                                        <p:attrNameLst>
                                          <p:attrName>style.visibility</p:attrName>
                                        </p:attrNameLst>
                                      </p:cBhvr>
                                      <p:to>
                                        <p:strVal val="visible"/>
                                      </p:to>
                                    </p:set>
                                    <p:animEffect filter="fade" transition="in">
                                      <p:cBhvr>
                                        <p:cTn dur="500"/>
                                        <p:tgtEl>
                                          <p:spTgt spid="434">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8"/>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 </a:t>
            </a:r>
            <a:endParaRPr/>
          </a:p>
        </p:txBody>
      </p:sp>
      <p:sp>
        <p:nvSpPr>
          <p:cNvPr id="445" name="Google Shape;445;p38"/>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rgbClr val="000000"/>
              </a:buClr>
              <a:buSzPct val="100000"/>
              <a:buChar char="•"/>
            </a:pPr>
            <a:r>
              <a:rPr lang="en-US"/>
              <a:t>To delete lines from 1 to 3</a:t>
            </a:r>
            <a:endParaRPr/>
          </a:p>
          <a:p>
            <a:pPr indent="0" lvl="0" marL="0" rtl="0" algn="l">
              <a:spcBef>
                <a:spcPts val="400"/>
              </a:spcBef>
              <a:spcAft>
                <a:spcPts val="0"/>
              </a:spcAft>
              <a:buClr>
                <a:srgbClr val="000000"/>
              </a:buClr>
              <a:buSzPct val="100000"/>
              <a:buNone/>
            </a:pPr>
            <a:r>
              <a:rPr lang="en-US">
                <a:latin typeface="Courier New"/>
                <a:ea typeface="Courier New"/>
                <a:cs typeface="Courier New"/>
                <a:sym typeface="Courier New"/>
              </a:rPr>
              <a:t>$sed ‘1,3d’ myfile</a:t>
            </a:r>
            <a:endParaRPr>
              <a:latin typeface="Courier New"/>
              <a:ea typeface="Courier New"/>
              <a:cs typeface="Courier New"/>
              <a:sym typeface="Courier New"/>
            </a:endParaRPr>
          </a:p>
          <a:p>
            <a:pPr indent="0" lvl="0" marL="0" rtl="0" algn="l">
              <a:spcBef>
                <a:spcPts val="400"/>
              </a:spcBef>
              <a:spcAft>
                <a:spcPts val="0"/>
              </a:spcAft>
              <a:buClr>
                <a:srgbClr val="000000"/>
              </a:buClr>
              <a:buSzPct val="100000"/>
              <a:buNone/>
            </a:pPr>
            <a:r>
              <a:rPr lang="en-US"/>
              <a:t>user</a:t>
            </a:r>
            <a:endParaRPr/>
          </a:p>
          <a:p>
            <a:pPr indent="-215900" lvl="0" marL="342900" rtl="0" algn="l">
              <a:spcBef>
                <a:spcPts val="400"/>
              </a:spcBef>
              <a:spcAft>
                <a:spcPts val="0"/>
              </a:spcAft>
              <a:buClr>
                <a:srgbClr val="000000"/>
              </a:buClr>
              <a:buSzPct val="100000"/>
              <a:buNone/>
            </a:pPr>
            <a:r>
              <a:t/>
            </a:r>
            <a:endParaRPr/>
          </a:p>
          <a:p>
            <a:pPr indent="-342900" lvl="0" marL="342900" rtl="0" algn="l">
              <a:spcBef>
                <a:spcPts val="400"/>
              </a:spcBef>
              <a:spcAft>
                <a:spcPts val="0"/>
              </a:spcAft>
              <a:buClr>
                <a:srgbClr val="000000"/>
              </a:buClr>
              <a:buSzPct val="100000"/>
              <a:buChar char="•"/>
            </a:pPr>
            <a:r>
              <a:rPr lang="en-US"/>
              <a:t>To delete from line 3 to the end</a:t>
            </a:r>
            <a:endParaRPr/>
          </a:p>
          <a:p>
            <a:pPr indent="0" lvl="0" marL="0" rtl="0" algn="l">
              <a:spcBef>
                <a:spcPts val="400"/>
              </a:spcBef>
              <a:spcAft>
                <a:spcPts val="0"/>
              </a:spcAft>
              <a:buClr>
                <a:srgbClr val="000000"/>
              </a:buClr>
              <a:buSzPct val="100000"/>
              <a:buNone/>
            </a:pPr>
            <a:r>
              <a:rPr lang="en-US">
                <a:latin typeface="Courier New"/>
                <a:ea typeface="Courier New"/>
                <a:cs typeface="Courier New"/>
                <a:sym typeface="Courier New"/>
              </a:rPr>
              <a:t>$sed ‘3,$d’ myfile</a:t>
            </a:r>
            <a:endParaRPr>
              <a:latin typeface="Courier New"/>
              <a:ea typeface="Courier New"/>
              <a:cs typeface="Courier New"/>
              <a:sym typeface="Courier New"/>
            </a:endParaRPr>
          </a:p>
          <a:p>
            <a:pPr indent="0" lvl="0" marL="0" rtl="0" algn="l">
              <a:spcBef>
                <a:spcPts val="400"/>
              </a:spcBef>
              <a:spcAft>
                <a:spcPts val="0"/>
              </a:spcAft>
              <a:buClr>
                <a:srgbClr val="000000"/>
              </a:buClr>
              <a:buSzPct val="100000"/>
              <a:buNone/>
            </a:pPr>
            <a:r>
              <a:rPr lang="en-US"/>
              <a:t>sherine</a:t>
            </a:r>
            <a:endParaRPr/>
          </a:p>
          <a:p>
            <a:pPr indent="0" lvl="0" marL="0" rtl="0" algn="l">
              <a:spcBef>
                <a:spcPts val="400"/>
              </a:spcBef>
              <a:spcAft>
                <a:spcPts val="0"/>
              </a:spcAft>
              <a:buClr>
                <a:srgbClr val="000000"/>
              </a:buClr>
              <a:buSzPct val="100000"/>
              <a:buNone/>
            </a:pPr>
            <a:r>
              <a:rPr lang="en-US"/>
              <a:t>maha</a:t>
            </a:r>
            <a:endParaRPr/>
          </a:p>
          <a:p>
            <a:pPr indent="-215900" lvl="0" marL="342900" rtl="0" algn="l">
              <a:spcBef>
                <a:spcPts val="400"/>
              </a:spcBef>
              <a:spcAft>
                <a:spcPts val="0"/>
              </a:spcAft>
              <a:buClr>
                <a:srgbClr val="000000"/>
              </a:buClr>
              <a:buSzPct val="100000"/>
              <a:buNone/>
            </a:pPr>
            <a:r>
              <a:t/>
            </a:r>
            <a:endParaRPr/>
          </a:p>
          <a:p>
            <a:pPr indent="-342900" lvl="0" marL="342900" rtl="0" algn="l">
              <a:spcBef>
                <a:spcPts val="400"/>
              </a:spcBef>
              <a:spcAft>
                <a:spcPts val="0"/>
              </a:spcAft>
              <a:buClr>
                <a:srgbClr val="000000"/>
              </a:buClr>
              <a:buSzPct val="100000"/>
              <a:buChar char="•"/>
            </a:pPr>
            <a:r>
              <a:rPr lang="en-US"/>
              <a:t>To delete lines containing root pattern</a:t>
            </a:r>
            <a:endParaRPr/>
          </a:p>
          <a:p>
            <a:pPr indent="0" lvl="0" marL="0" rtl="0" algn="l">
              <a:spcBef>
                <a:spcPts val="400"/>
              </a:spcBef>
              <a:spcAft>
                <a:spcPts val="0"/>
              </a:spcAft>
              <a:buClr>
                <a:srgbClr val="000000"/>
              </a:buClr>
              <a:buSzPct val="100000"/>
              <a:buNone/>
            </a:pPr>
            <a:r>
              <a:rPr lang="en-US">
                <a:latin typeface="Courier New"/>
                <a:ea typeface="Courier New"/>
                <a:cs typeface="Courier New"/>
                <a:sym typeface="Courier New"/>
              </a:rPr>
              <a:t>$sed ‘/root/d’ myfile</a:t>
            </a:r>
            <a:endParaRPr>
              <a:latin typeface="Courier New"/>
              <a:ea typeface="Courier New"/>
              <a:cs typeface="Courier New"/>
              <a:sym typeface="Courier New"/>
            </a:endParaRPr>
          </a:p>
          <a:p>
            <a:pPr indent="0" lvl="0" marL="0" rtl="0" algn="l">
              <a:spcBef>
                <a:spcPts val="400"/>
              </a:spcBef>
              <a:spcAft>
                <a:spcPts val="0"/>
              </a:spcAft>
              <a:buClr>
                <a:srgbClr val="000000"/>
              </a:buClr>
              <a:buSzPct val="100000"/>
              <a:buNone/>
            </a:pPr>
            <a:r>
              <a:rPr lang="en-US"/>
              <a:t>sherine</a:t>
            </a:r>
            <a:endParaRPr/>
          </a:p>
          <a:p>
            <a:pPr indent="0" lvl="0" marL="0" rtl="0" algn="l">
              <a:spcBef>
                <a:spcPts val="400"/>
              </a:spcBef>
              <a:spcAft>
                <a:spcPts val="0"/>
              </a:spcAft>
              <a:buClr>
                <a:srgbClr val="000000"/>
              </a:buClr>
              <a:buSzPct val="100000"/>
              <a:buNone/>
            </a:pPr>
            <a:r>
              <a:rPr lang="en-US"/>
              <a:t>maha</a:t>
            </a:r>
            <a:endParaRPr/>
          </a:p>
          <a:p>
            <a:pPr indent="0" lvl="0" marL="0" rtl="0" algn="l">
              <a:spcBef>
                <a:spcPts val="400"/>
              </a:spcBef>
              <a:spcAft>
                <a:spcPts val="0"/>
              </a:spcAft>
              <a:buClr>
                <a:srgbClr val="000000"/>
              </a:buClr>
              <a:buSzPct val="100000"/>
              <a:buNone/>
            </a:pPr>
            <a:r>
              <a:rPr lang="en-US"/>
              <a:t>user</a:t>
            </a:r>
            <a:endParaRPr/>
          </a:p>
          <a:p>
            <a:pPr indent="-215900" lvl="0" marL="342900" rtl="0" algn="l">
              <a:spcBef>
                <a:spcPts val="400"/>
              </a:spcBef>
              <a:spcAft>
                <a:spcPts val="0"/>
              </a:spcAft>
              <a:buClr>
                <a:srgbClr val="000000"/>
              </a:buClr>
              <a:buSzPct val="100000"/>
              <a:buNone/>
            </a:pPr>
            <a:r>
              <a:t/>
            </a:r>
            <a:endParaRPr/>
          </a:p>
        </p:txBody>
      </p:sp>
      <p:sp>
        <p:nvSpPr>
          <p:cNvPr id="446" name="Google Shape;446;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Effect filter="fade" transition="in">
                                      <p:cBhvr>
                                        <p:cTn dur="500"/>
                                        <p:tgtEl>
                                          <p:spTgt spid="4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Effect filter="fade" transition="in">
                                      <p:cBhvr>
                                        <p:cTn dur="500"/>
                                        <p:tgtEl>
                                          <p:spTgt spid="4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Effect filter="fade" transition="in">
                                      <p:cBhvr>
                                        <p:cTn dur="500"/>
                                        <p:tgtEl>
                                          <p:spTgt spid="4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animEffect filter="fade" transition="in">
                                      <p:cBhvr>
                                        <p:cTn dur="500"/>
                                        <p:tgtEl>
                                          <p:spTgt spid="4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4" st="4"/>
                                            </p:txEl>
                                          </p:spTgt>
                                        </p:tgtEl>
                                        <p:attrNameLst>
                                          <p:attrName>style.visibility</p:attrName>
                                        </p:attrNameLst>
                                      </p:cBhvr>
                                      <p:to>
                                        <p:strVal val="visible"/>
                                      </p:to>
                                    </p:set>
                                    <p:animEffect filter="fade" transition="in">
                                      <p:cBhvr>
                                        <p:cTn dur="500"/>
                                        <p:tgtEl>
                                          <p:spTgt spid="4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5" st="5"/>
                                            </p:txEl>
                                          </p:spTgt>
                                        </p:tgtEl>
                                        <p:attrNameLst>
                                          <p:attrName>style.visibility</p:attrName>
                                        </p:attrNameLst>
                                      </p:cBhvr>
                                      <p:to>
                                        <p:strVal val="visible"/>
                                      </p:to>
                                    </p:set>
                                    <p:animEffect filter="fade" transition="in">
                                      <p:cBhvr>
                                        <p:cTn dur="500"/>
                                        <p:tgtEl>
                                          <p:spTgt spid="4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6" st="6"/>
                                            </p:txEl>
                                          </p:spTgt>
                                        </p:tgtEl>
                                        <p:attrNameLst>
                                          <p:attrName>style.visibility</p:attrName>
                                        </p:attrNameLst>
                                      </p:cBhvr>
                                      <p:to>
                                        <p:strVal val="visible"/>
                                      </p:to>
                                    </p:set>
                                    <p:animEffect filter="fade" transition="in">
                                      <p:cBhvr>
                                        <p:cTn dur="500"/>
                                        <p:tgtEl>
                                          <p:spTgt spid="4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7" st="7"/>
                                            </p:txEl>
                                          </p:spTgt>
                                        </p:tgtEl>
                                        <p:attrNameLst>
                                          <p:attrName>style.visibility</p:attrName>
                                        </p:attrNameLst>
                                      </p:cBhvr>
                                      <p:to>
                                        <p:strVal val="visible"/>
                                      </p:to>
                                    </p:set>
                                    <p:animEffect filter="fade" transition="in">
                                      <p:cBhvr>
                                        <p:cTn dur="500"/>
                                        <p:tgtEl>
                                          <p:spTgt spid="4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8" st="8"/>
                                            </p:txEl>
                                          </p:spTgt>
                                        </p:tgtEl>
                                        <p:attrNameLst>
                                          <p:attrName>style.visibility</p:attrName>
                                        </p:attrNameLst>
                                      </p:cBhvr>
                                      <p:to>
                                        <p:strVal val="visible"/>
                                      </p:to>
                                    </p:set>
                                    <p:animEffect filter="fade" transition="in">
                                      <p:cBhvr>
                                        <p:cTn dur="500"/>
                                        <p:tgtEl>
                                          <p:spTgt spid="44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9" st="9"/>
                                            </p:txEl>
                                          </p:spTgt>
                                        </p:tgtEl>
                                        <p:attrNameLst>
                                          <p:attrName>style.visibility</p:attrName>
                                        </p:attrNameLst>
                                      </p:cBhvr>
                                      <p:to>
                                        <p:strVal val="visible"/>
                                      </p:to>
                                    </p:set>
                                    <p:animEffect filter="fade" transition="in">
                                      <p:cBhvr>
                                        <p:cTn dur="500"/>
                                        <p:tgtEl>
                                          <p:spTgt spid="44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0" st="10"/>
                                            </p:txEl>
                                          </p:spTgt>
                                        </p:tgtEl>
                                        <p:attrNameLst>
                                          <p:attrName>style.visibility</p:attrName>
                                        </p:attrNameLst>
                                      </p:cBhvr>
                                      <p:to>
                                        <p:strVal val="visible"/>
                                      </p:to>
                                    </p:set>
                                    <p:animEffect filter="fade" transition="in">
                                      <p:cBhvr>
                                        <p:cTn dur="500"/>
                                        <p:tgtEl>
                                          <p:spTgt spid="44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1" st="11"/>
                                            </p:txEl>
                                          </p:spTgt>
                                        </p:tgtEl>
                                        <p:attrNameLst>
                                          <p:attrName>style.visibility</p:attrName>
                                        </p:attrNameLst>
                                      </p:cBhvr>
                                      <p:to>
                                        <p:strVal val="visible"/>
                                      </p:to>
                                    </p:set>
                                    <p:animEffect filter="fade" transition="in">
                                      <p:cBhvr>
                                        <p:cTn dur="500"/>
                                        <p:tgtEl>
                                          <p:spTgt spid="44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2" st="12"/>
                                            </p:txEl>
                                          </p:spTgt>
                                        </p:tgtEl>
                                        <p:attrNameLst>
                                          <p:attrName>style.visibility</p:attrName>
                                        </p:attrNameLst>
                                      </p:cBhvr>
                                      <p:to>
                                        <p:strVal val="visible"/>
                                      </p:to>
                                    </p:set>
                                    <p:animEffect filter="fade" transition="in">
                                      <p:cBhvr>
                                        <p:cTn dur="500"/>
                                        <p:tgtEl>
                                          <p:spTgt spid="44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3" st="13"/>
                                            </p:txEl>
                                          </p:spTgt>
                                        </p:tgtEl>
                                        <p:attrNameLst>
                                          <p:attrName>style.visibility</p:attrName>
                                        </p:attrNameLst>
                                      </p:cBhvr>
                                      <p:to>
                                        <p:strVal val="visible"/>
                                      </p:to>
                                    </p:set>
                                    <p:animEffect filter="fade" transition="in">
                                      <p:cBhvr>
                                        <p:cTn dur="500"/>
                                        <p:tgtEl>
                                          <p:spTgt spid="44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4" st="14"/>
                                            </p:txEl>
                                          </p:spTgt>
                                        </p:tgtEl>
                                        <p:attrNameLst>
                                          <p:attrName>style.visibility</p:attrName>
                                        </p:attrNameLst>
                                      </p:cBhvr>
                                      <p:to>
                                        <p:strVal val="visible"/>
                                      </p:to>
                                    </p:set>
                                    <p:animEffect filter="fade" transition="in">
                                      <p:cBhvr>
                                        <p:cTn dur="500"/>
                                        <p:tgtEl>
                                          <p:spTgt spid="445">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9"/>
          <p:cNvSpPr/>
          <p:nvPr/>
        </p:nvSpPr>
        <p:spPr>
          <a:xfrm>
            <a:off x="228600" y="1128600"/>
            <a:ext cx="8107200" cy="49276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6800" lIns="90000" spcFirstLastPara="1" rIns="90000" wrap="square" tIns="46800">
            <a:noAutofit/>
          </a:bodyPr>
          <a:lstStyle/>
          <a:p>
            <a:pPr indent="-341280" lvl="0" marL="341280" marR="0" rtl="0" algn="l">
              <a:lnSpc>
                <a:spcPct val="80000"/>
              </a:lnSpc>
              <a:spcBef>
                <a:spcPts val="0"/>
              </a:spcBef>
              <a:spcAft>
                <a:spcPts val="0"/>
              </a:spcAft>
              <a:buClr>
                <a:schemeClr val="dk1"/>
              </a:buClr>
              <a:buSzPts val="2400"/>
              <a:buFont typeface="Calibri"/>
              <a:buNone/>
            </a:pPr>
            <a:r>
              <a:t/>
            </a:r>
            <a:endParaRPr b="0" i="0" sz="2400" u="none" cap="none" strike="noStrike">
              <a:solidFill>
                <a:srgbClr val="FFFFFF"/>
              </a:solidFill>
              <a:latin typeface="Schoolbell"/>
              <a:ea typeface="Schoolbell"/>
              <a:cs typeface="Schoolbell"/>
              <a:sym typeface="Schoolbell"/>
            </a:endParaRPr>
          </a:p>
        </p:txBody>
      </p:sp>
      <p:sp>
        <p:nvSpPr>
          <p:cNvPr id="456" name="Google Shape;456;p39"/>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457" name="Google Shape;457;p39"/>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000000"/>
              </a:buClr>
              <a:buSzPct val="100000"/>
              <a:buChar char="•"/>
            </a:pPr>
            <a:r>
              <a:rPr lang="en-US"/>
              <a:t>To substitute sherine by sbahader</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$sed ‘s/sherine/sbahader/g’ myfile</a:t>
            </a:r>
            <a:endParaRPr>
              <a:latin typeface="Courier New"/>
              <a:ea typeface="Courier New"/>
              <a:cs typeface="Courier New"/>
              <a:sym typeface="Courier New"/>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sbahader</a:t>
            </a:r>
            <a:endParaRPr>
              <a:latin typeface="Courier New"/>
              <a:ea typeface="Courier New"/>
              <a:cs typeface="Courier New"/>
              <a:sym typeface="Courier New"/>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maha</a:t>
            </a:r>
            <a:endParaRPr>
              <a:latin typeface="Courier New"/>
              <a:ea typeface="Courier New"/>
              <a:cs typeface="Courier New"/>
              <a:sym typeface="Courier New"/>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root</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user</a:t>
            </a:r>
            <a:endParaRPr/>
          </a:p>
          <a:p>
            <a:pPr indent="0" lvl="0" marL="0" rtl="0" algn="l">
              <a:spcBef>
                <a:spcPts val="592"/>
              </a:spcBef>
              <a:spcAft>
                <a:spcPts val="0"/>
              </a:spcAft>
              <a:buClr>
                <a:srgbClr val="000000"/>
              </a:buClr>
              <a:buSzPct val="100000"/>
              <a:buNone/>
            </a:pPr>
            <a:r>
              <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$sed –n ‘s/sherine/sbahader/gp’ myfile</a:t>
            </a:r>
            <a:endParaRPr>
              <a:latin typeface="Courier New"/>
              <a:ea typeface="Courier New"/>
              <a:cs typeface="Courier New"/>
              <a:sym typeface="Courier New"/>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sbahader</a:t>
            </a:r>
            <a:endParaRPr>
              <a:latin typeface="Courier New"/>
              <a:ea typeface="Courier New"/>
              <a:cs typeface="Courier New"/>
              <a:sym typeface="Courier New"/>
            </a:endParaRPr>
          </a:p>
        </p:txBody>
      </p:sp>
      <p:sp>
        <p:nvSpPr>
          <p:cNvPr id="458" name="Google Shape;45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0" st="0"/>
                                            </p:txEl>
                                          </p:spTgt>
                                        </p:tgtEl>
                                        <p:attrNameLst>
                                          <p:attrName>style.visibility</p:attrName>
                                        </p:attrNameLst>
                                      </p:cBhvr>
                                      <p:to>
                                        <p:strVal val="visible"/>
                                      </p:to>
                                    </p:set>
                                    <p:animEffect filter="fade" transition="in">
                                      <p:cBhvr>
                                        <p:cTn dur="500"/>
                                        <p:tgtEl>
                                          <p:spTgt spid="4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1" st="1"/>
                                            </p:txEl>
                                          </p:spTgt>
                                        </p:tgtEl>
                                        <p:attrNameLst>
                                          <p:attrName>style.visibility</p:attrName>
                                        </p:attrNameLst>
                                      </p:cBhvr>
                                      <p:to>
                                        <p:strVal val="visible"/>
                                      </p:to>
                                    </p:set>
                                    <p:animEffect filter="fade" transition="in">
                                      <p:cBhvr>
                                        <p:cTn dur="500"/>
                                        <p:tgtEl>
                                          <p:spTgt spid="4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2" st="2"/>
                                            </p:txEl>
                                          </p:spTgt>
                                        </p:tgtEl>
                                        <p:attrNameLst>
                                          <p:attrName>style.visibility</p:attrName>
                                        </p:attrNameLst>
                                      </p:cBhvr>
                                      <p:to>
                                        <p:strVal val="visible"/>
                                      </p:to>
                                    </p:set>
                                    <p:animEffect filter="fade" transition="in">
                                      <p:cBhvr>
                                        <p:cTn dur="500"/>
                                        <p:tgtEl>
                                          <p:spTgt spid="4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3" st="3"/>
                                            </p:txEl>
                                          </p:spTgt>
                                        </p:tgtEl>
                                        <p:attrNameLst>
                                          <p:attrName>style.visibility</p:attrName>
                                        </p:attrNameLst>
                                      </p:cBhvr>
                                      <p:to>
                                        <p:strVal val="visible"/>
                                      </p:to>
                                    </p:set>
                                    <p:animEffect filter="fade" transition="in">
                                      <p:cBhvr>
                                        <p:cTn dur="500"/>
                                        <p:tgtEl>
                                          <p:spTgt spid="4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4" st="4"/>
                                            </p:txEl>
                                          </p:spTgt>
                                        </p:tgtEl>
                                        <p:attrNameLst>
                                          <p:attrName>style.visibility</p:attrName>
                                        </p:attrNameLst>
                                      </p:cBhvr>
                                      <p:to>
                                        <p:strVal val="visible"/>
                                      </p:to>
                                    </p:set>
                                    <p:animEffect filter="fade" transition="in">
                                      <p:cBhvr>
                                        <p:cTn dur="500"/>
                                        <p:tgtEl>
                                          <p:spTgt spid="4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5" st="5"/>
                                            </p:txEl>
                                          </p:spTgt>
                                        </p:tgtEl>
                                        <p:attrNameLst>
                                          <p:attrName>style.visibility</p:attrName>
                                        </p:attrNameLst>
                                      </p:cBhvr>
                                      <p:to>
                                        <p:strVal val="visible"/>
                                      </p:to>
                                    </p:set>
                                    <p:animEffect filter="fade" transition="in">
                                      <p:cBhvr>
                                        <p:cTn dur="500"/>
                                        <p:tgtEl>
                                          <p:spTgt spid="4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6" st="6"/>
                                            </p:txEl>
                                          </p:spTgt>
                                        </p:tgtEl>
                                        <p:attrNameLst>
                                          <p:attrName>style.visibility</p:attrName>
                                        </p:attrNameLst>
                                      </p:cBhvr>
                                      <p:to>
                                        <p:strVal val="visible"/>
                                      </p:to>
                                    </p:set>
                                    <p:animEffect filter="fade" transition="in">
                                      <p:cBhvr>
                                        <p:cTn dur="500"/>
                                        <p:tgtEl>
                                          <p:spTgt spid="4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7" st="7"/>
                                            </p:txEl>
                                          </p:spTgt>
                                        </p:tgtEl>
                                        <p:attrNameLst>
                                          <p:attrName>style.visibility</p:attrName>
                                        </p:attrNameLst>
                                      </p:cBhvr>
                                      <p:to>
                                        <p:strVal val="visible"/>
                                      </p:to>
                                    </p:set>
                                    <p:animEffect filter="fade" transition="in">
                                      <p:cBhvr>
                                        <p:cTn dur="500"/>
                                        <p:tgtEl>
                                          <p:spTgt spid="45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xEl>
                                              <p:pRg end="8" st="8"/>
                                            </p:txEl>
                                          </p:spTgt>
                                        </p:tgtEl>
                                        <p:attrNameLst>
                                          <p:attrName>style.visibility</p:attrName>
                                        </p:attrNameLst>
                                      </p:cBhvr>
                                      <p:to>
                                        <p:strVal val="visible"/>
                                      </p:to>
                                    </p:set>
                                    <p:animEffect filter="fade" transition="in">
                                      <p:cBhvr>
                                        <p:cTn dur="500"/>
                                        <p:tgtEl>
                                          <p:spTgt spid="45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 </a:t>
            </a:r>
            <a:endParaRPr/>
          </a:p>
        </p:txBody>
      </p:sp>
      <p:sp>
        <p:nvSpPr>
          <p:cNvPr id="468" name="Google Shape;468;p4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To issue multi command</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$sed –e ‘2d’ –e ‘s/sherine/sbahader/g’ myfile</a:t>
            </a:r>
            <a:endParaRPr>
              <a:latin typeface="Courier New"/>
              <a:ea typeface="Courier New"/>
              <a:cs typeface="Courier New"/>
              <a:sym typeface="Courier New"/>
            </a:endParaRPr>
          </a:p>
          <a:p>
            <a:pPr indent="0" lvl="0" marL="0" rtl="0" algn="l">
              <a:spcBef>
                <a:spcPts val="640"/>
              </a:spcBef>
              <a:spcAft>
                <a:spcPts val="0"/>
              </a:spcAft>
              <a:buClr>
                <a:srgbClr val="000000"/>
              </a:buClr>
              <a:buSzPts val="3200"/>
              <a:buNone/>
            </a:pPr>
            <a:r>
              <a:rPr lang="en-US"/>
              <a:t>sbahader</a:t>
            </a:r>
            <a:endParaRPr/>
          </a:p>
          <a:p>
            <a:pPr indent="0" lvl="0" marL="0" rtl="0" algn="l">
              <a:spcBef>
                <a:spcPts val="640"/>
              </a:spcBef>
              <a:spcAft>
                <a:spcPts val="0"/>
              </a:spcAft>
              <a:buClr>
                <a:srgbClr val="000000"/>
              </a:buClr>
              <a:buSzPts val="3200"/>
              <a:buNone/>
            </a:pPr>
            <a:r>
              <a:rPr lang="en-US"/>
              <a:t>root</a:t>
            </a:r>
            <a:endParaRPr/>
          </a:p>
          <a:p>
            <a:pPr indent="0" lvl="0" marL="0" rtl="0" algn="l">
              <a:spcBef>
                <a:spcPts val="640"/>
              </a:spcBef>
              <a:spcAft>
                <a:spcPts val="0"/>
              </a:spcAft>
              <a:buClr>
                <a:srgbClr val="000000"/>
              </a:buClr>
              <a:buSzPts val="3200"/>
              <a:buNone/>
            </a:pPr>
            <a:r>
              <a:rPr lang="en-US"/>
              <a:t>user</a:t>
            </a:r>
            <a:endParaRPr/>
          </a:p>
          <a:p>
            <a:pPr indent="-139700" lvl="0" marL="342900" rtl="0" algn="l">
              <a:spcBef>
                <a:spcPts val="640"/>
              </a:spcBef>
              <a:spcAft>
                <a:spcPts val="0"/>
              </a:spcAft>
              <a:buClr>
                <a:srgbClr val="000000"/>
              </a:buClr>
              <a:buSzPts val="3200"/>
              <a:buNone/>
            </a:pPr>
            <a:r>
              <a:t/>
            </a:r>
            <a:endParaRPr/>
          </a:p>
        </p:txBody>
      </p:sp>
      <p:sp>
        <p:nvSpPr>
          <p:cNvPr id="469" name="Google Shape;469;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1"/>
          <p:cNvSpPr/>
          <p:nvPr/>
        </p:nvSpPr>
        <p:spPr>
          <a:xfrm>
            <a:off x="2286000" y="6629400"/>
            <a:ext cx="4876920" cy="2286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rgbClr val="000000"/>
              </a:buClr>
              <a:buSzPts val="1800"/>
              <a:buFont typeface="Schoolbell"/>
              <a:buNone/>
            </a:pP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br>
              <a:rPr b="0" i="0" lang="en-US" sz="1800" u="none" cap="none" strike="noStrike">
                <a:solidFill>
                  <a:srgbClr val="000000"/>
                </a:solidFill>
                <a:latin typeface="Schoolbell"/>
                <a:ea typeface="Schoolbell"/>
                <a:cs typeface="Schoolbell"/>
                <a:sym typeface="Schoolbell"/>
              </a:rPr>
            </a:br>
            <a:r>
              <a:rPr b="0" i="0" lang="en-US" sz="1800" u="none" cap="none" strike="noStrike">
                <a:solidFill>
                  <a:srgbClr val="000000"/>
                </a:solidFill>
                <a:latin typeface="Schoolbell"/>
                <a:ea typeface="Schoolbell"/>
                <a:cs typeface="Schoolbell"/>
                <a:sym typeface="Schoolbell"/>
              </a:rPr>
              <a:t>“?|| N N</a:t>
            </a:r>
            <a:endParaRPr/>
          </a:p>
        </p:txBody>
      </p:sp>
      <p:sp>
        <p:nvSpPr>
          <p:cNvPr id="479" name="Google Shape;479;p41"/>
          <p:cNvSpPr/>
          <p:nvPr/>
        </p:nvSpPr>
        <p:spPr>
          <a:xfrm>
            <a:off x="228600" y="458800"/>
            <a:ext cx="8093159" cy="1170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4000"/>
              <a:buFont typeface="Calibri"/>
              <a:buNone/>
            </a:pPr>
            <a:r>
              <a:t/>
            </a:r>
            <a:endParaRPr b="1" i="0" sz="4000" u="none" cap="none" strike="noStrike">
              <a:solidFill>
                <a:srgbClr val="FFFFFF"/>
              </a:solidFill>
              <a:latin typeface="Schoolbell"/>
              <a:ea typeface="Schoolbell"/>
              <a:cs typeface="Schoolbell"/>
              <a:sym typeface="Schoolbell"/>
            </a:endParaRPr>
          </a:p>
        </p:txBody>
      </p:sp>
      <p:sp>
        <p:nvSpPr>
          <p:cNvPr id="480" name="Google Shape;480;p41"/>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AWK Utility</a:t>
            </a:r>
            <a:endParaRPr/>
          </a:p>
        </p:txBody>
      </p:sp>
      <p:sp>
        <p:nvSpPr>
          <p:cNvPr id="481" name="Google Shape;481;p41"/>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rgbClr val="000000"/>
              </a:buClr>
              <a:buSzPct val="100000"/>
              <a:buChar char="•"/>
            </a:pPr>
            <a:r>
              <a:rPr lang="en-US"/>
              <a:t>What is AWK?</a:t>
            </a:r>
            <a:endParaRPr/>
          </a:p>
          <a:p>
            <a:pPr indent="-342900" lvl="0" marL="342900" rtl="0" algn="l">
              <a:spcBef>
                <a:spcPts val="544"/>
              </a:spcBef>
              <a:spcAft>
                <a:spcPts val="0"/>
              </a:spcAft>
              <a:buClr>
                <a:srgbClr val="000000"/>
              </a:buClr>
              <a:buSzPct val="100000"/>
              <a:buChar char="•"/>
            </a:pPr>
            <a:r>
              <a:rPr lang="en-US"/>
              <a:t>What does AWK stands for?</a:t>
            </a:r>
            <a:endParaRPr/>
          </a:p>
          <a:p>
            <a:pPr indent="-342900" lvl="0" marL="342900" rtl="0" algn="l">
              <a:spcBef>
                <a:spcPts val="544"/>
              </a:spcBef>
              <a:spcAft>
                <a:spcPts val="0"/>
              </a:spcAft>
              <a:buClr>
                <a:srgbClr val="000000"/>
              </a:buClr>
              <a:buSzPct val="100000"/>
              <a:buChar char="•"/>
            </a:pPr>
            <a:r>
              <a:rPr lang="en-US"/>
              <a:t>The awk’s format</a:t>
            </a:r>
            <a:endParaRPr/>
          </a:p>
          <a:p>
            <a:pPr indent="-342900" lvl="0" marL="342900" rtl="0" algn="l">
              <a:spcBef>
                <a:spcPts val="544"/>
              </a:spcBef>
              <a:spcAft>
                <a:spcPts val="0"/>
              </a:spcAft>
              <a:buClr>
                <a:srgbClr val="000000"/>
              </a:buClr>
              <a:buSzPct val="100000"/>
              <a:buChar char="•"/>
            </a:pPr>
            <a:r>
              <a:rPr lang="en-US"/>
              <a:t>Records and Fields</a:t>
            </a:r>
            <a:endParaRPr/>
          </a:p>
          <a:p>
            <a:pPr indent="-342900" lvl="0" marL="342900" rtl="0" algn="l">
              <a:spcBef>
                <a:spcPts val="544"/>
              </a:spcBef>
              <a:spcAft>
                <a:spcPts val="0"/>
              </a:spcAft>
              <a:buClr>
                <a:srgbClr val="000000"/>
              </a:buClr>
              <a:buSzPct val="100000"/>
              <a:buChar char="•"/>
            </a:pPr>
            <a:r>
              <a:rPr lang="en-US"/>
              <a:t>Examples</a:t>
            </a:r>
            <a:endParaRPr/>
          </a:p>
          <a:p>
            <a:pPr indent="-342900" lvl="0" marL="342900" rtl="0" algn="l">
              <a:spcBef>
                <a:spcPts val="544"/>
              </a:spcBef>
              <a:spcAft>
                <a:spcPts val="0"/>
              </a:spcAft>
              <a:buClr>
                <a:srgbClr val="000000"/>
              </a:buClr>
              <a:buSzPct val="100000"/>
              <a:buChar char="•"/>
            </a:pPr>
            <a:r>
              <a:rPr lang="en-US"/>
              <a:t>BEGIN Pattern</a:t>
            </a:r>
            <a:endParaRPr/>
          </a:p>
          <a:p>
            <a:pPr indent="-342900" lvl="0" marL="342900" rtl="0" algn="l">
              <a:spcBef>
                <a:spcPts val="544"/>
              </a:spcBef>
              <a:spcAft>
                <a:spcPts val="0"/>
              </a:spcAft>
              <a:buClr>
                <a:srgbClr val="000000"/>
              </a:buClr>
              <a:buSzPct val="100000"/>
              <a:buChar char="•"/>
            </a:pPr>
            <a:r>
              <a:rPr lang="en-US"/>
              <a:t>END Pattern</a:t>
            </a:r>
            <a:endParaRPr/>
          </a:p>
          <a:p>
            <a:pPr indent="-342900" lvl="0" marL="342900" rtl="0" algn="l">
              <a:spcBef>
                <a:spcPts val="544"/>
              </a:spcBef>
              <a:spcAft>
                <a:spcPts val="0"/>
              </a:spcAft>
              <a:buClr>
                <a:srgbClr val="000000"/>
              </a:buClr>
              <a:buSzPct val="100000"/>
              <a:buChar char="•"/>
            </a:pPr>
            <a:r>
              <a:rPr lang="en-US"/>
              <a:t>Conditional Expressions</a:t>
            </a:r>
            <a:endParaRPr/>
          </a:p>
          <a:p>
            <a:pPr indent="-342900" lvl="0" marL="342900" rtl="0" algn="l">
              <a:spcBef>
                <a:spcPts val="544"/>
              </a:spcBef>
              <a:spcAft>
                <a:spcPts val="0"/>
              </a:spcAft>
              <a:buClr>
                <a:srgbClr val="000000"/>
              </a:buClr>
              <a:buSzPct val="100000"/>
              <a:buChar char="•"/>
            </a:pPr>
            <a:r>
              <a:rPr lang="en-US"/>
              <a:t>Loops</a:t>
            </a:r>
            <a:endParaRPr/>
          </a:p>
          <a:p>
            <a:pPr indent="-342900" lvl="0" marL="342900" rtl="0" algn="l">
              <a:spcBef>
                <a:spcPts val="544"/>
              </a:spcBef>
              <a:spcAft>
                <a:spcPts val="0"/>
              </a:spcAft>
              <a:buClr>
                <a:srgbClr val="000000"/>
              </a:buClr>
              <a:buSzPct val="100000"/>
              <a:buChar char="•"/>
            </a:pPr>
            <a:r>
              <a:rPr lang="en-US"/>
              <a:t>Examples</a:t>
            </a:r>
            <a:endParaRPr/>
          </a:p>
          <a:p>
            <a:pPr indent="-170180" lvl="0" marL="342900" rtl="0" algn="l">
              <a:spcBef>
                <a:spcPts val="544"/>
              </a:spcBef>
              <a:spcAft>
                <a:spcPts val="0"/>
              </a:spcAft>
              <a:buClr>
                <a:srgbClr val="000000"/>
              </a:buClr>
              <a:buSzPct val="100000"/>
              <a:buNone/>
            </a:pPr>
            <a:r>
              <a:t/>
            </a:r>
            <a:endParaRPr/>
          </a:p>
        </p:txBody>
      </p:sp>
      <p:sp>
        <p:nvSpPr>
          <p:cNvPr id="482" name="Google Shape;48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2"/>
          <p:cNvSpPr txBox="1"/>
          <p:nvPr>
            <p:ph type="title"/>
          </p:nvPr>
        </p:nvSpPr>
        <p:spPr>
          <a:xfrm>
            <a:off x="251520" y="260648"/>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What is AWK?</a:t>
            </a:r>
            <a:endParaRPr/>
          </a:p>
        </p:txBody>
      </p:sp>
      <p:sp>
        <p:nvSpPr>
          <p:cNvPr id="492" name="Google Shape;492;p42"/>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awk is a programming language used for manipulating data and generating reports.</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awk scans a file line by line, searching for lines that match a specified pattern  performing selected actions </a:t>
            </a:r>
            <a:endParaRPr/>
          </a:p>
        </p:txBody>
      </p:sp>
      <p:sp>
        <p:nvSpPr>
          <p:cNvPr id="493" name="Google Shape;49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What does AWK stands for?</a:t>
            </a:r>
            <a:endParaRPr/>
          </a:p>
        </p:txBody>
      </p:sp>
      <p:sp>
        <p:nvSpPr>
          <p:cNvPr id="503" name="Google Shape;503;p43"/>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awk stands for the first initials in the last names of each authors of the language, Alfred Aho, Peter Weinberger, and Brian Kernighan</a:t>
            </a:r>
            <a:endParaRPr/>
          </a:p>
        </p:txBody>
      </p:sp>
      <p:sp>
        <p:nvSpPr>
          <p:cNvPr id="504" name="Google Shape;50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Awk’s Format</a:t>
            </a:r>
            <a:endParaRPr/>
          </a:p>
        </p:txBody>
      </p:sp>
      <p:sp>
        <p:nvSpPr>
          <p:cNvPr id="514" name="Google Shape;514;p44"/>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The awk program consists of</a:t>
            </a:r>
            <a:endParaRPr/>
          </a:p>
          <a:p>
            <a:pPr indent="-285750" lvl="1" marL="742950" rtl="0" algn="l">
              <a:spcBef>
                <a:spcPts val="560"/>
              </a:spcBef>
              <a:spcAft>
                <a:spcPts val="0"/>
              </a:spcAft>
              <a:buClr>
                <a:srgbClr val="000000"/>
              </a:buClr>
              <a:buSzPts val="2800"/>
              <a:buChar char="–"/>
            </a:pPr>
            <a:r>
              <a:rPr lang="en-US"/>
              <a:t>awk command</a:t>
            </a:r>
            <a:endParaRPr/>
          </a:p>
          <a:p>
            <a:pPr indent="-285750" lvl="1" marL="742950" rtl="0" algn="l">
              <a:spcBef>
                <a:spcPts val="560"/>
              </a:spcBef>
              <a:spcAft>
                <a:spcPts val="0"/>
              </a:spcAft>
              <a:buClr>
                <a:srgbClr val="000000"/>
              </a:buClr>
              <a:buSzPts val="2800"/>
              <a:buChar char="–"/>
            </a:pPr>
            <a:r>
              <a:rPr lang="en-US"/>
              <a:t>Program instructions enclosed in quotes</a:t>
            </a:r>
            <a:endParaRPr/>
          </a:p>
          <a:p>
            <a:pPr indent="-285750" lvl="1" marL="742950" rtl="0" algn="l">
              <a:spcBef>
                <a:spcPts val="560"/>
              </a:spcBef>
              <a:spcAft>
                <a:spcPts val="0"/>
              </a:spcAft>
              <a:buClr>
                <a:srgbClr val="000000"/>
              </a:buClr>
              <a:buSzPts val="2800"/>
              <a:buChar char="–"/>
            </a:pPr>
            <a:r>
              <a:rPr lang="en-US"/>
              <a:t>Input file or default stdin.</a:t>
            </a:r>
            <a:endParaRPr/>
          </a:p>
          <a:p>
            <a:pPr indent="-139700" lvl="0" marL="34290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$awk ‘instructions’ inputfile</a:t>
            </a:r>
            <a:endParaRPr>
              <a:latin typeface="Courier New"/>
              <a:ea typeface="Courier New"/>
              <a:cs typeface="Courier New"/>
              <a:sym typeface="Courier New"/>
            </a:endParaRPr>
          </a:p>
          <a:p>
            <a:pPr indent="-139700" lvl="0" marL="342900" rtl="0" algn="l">
              <a:spcBef>
                <a:spcPts val="640"/>
              </a:spcBef>
              <a:spcAft>
                <a:spcPts val="0"/>
              </a:spcAft>
              <a:buClr>
                <a:srgbClr val="000000"/>
              </a:buClr>
              <a:buSzPts val="3200"/>
              <a:buNone/>
            </a:pPr>
            <a:r>
              <a:t/>
            </a:r>
            <a:endParaRPr/>
          </a:p>
        </p:txBody>
      </p:sp>
      <p:sp>
        <p:nvSpPr>
          <p:cNvPr id="515" name="Google Shape;515;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Records and fields</a:t>
            </a:r>
            <a:endParaRPr/>
          </a:p>
        </p:txBody>
      </p:sp>
      <p:sp>
        <p:nvSpPr>
          <p:cNvPr id="525" name="Google Shape;525;p45"/>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000000"/>
              </a:buClr>
              <a:buSzPct val="100000"/>
              <a:buChar char="•"/>
            </a:pPr>
            <a:r>
              <a:rPr lang="en-US"/>
              <a:t>By default, each line is called a record and terminated with a new line.</a:t>
            </a:r>
            <a:endParaRPr/>
          </a:p>
          <a:p>
            <a:pPr indent="-154940" lvl="0" marL="342900" rtl="0" algn="l">
              <a:spcBef>
                <a:spcPts val="592"/>
              </a:spcBef>
              <a:spcAft>
                <a:spcPts val="0"/>
              </a:spcAft>
              <a:buClr>
                <a:srgbClr val="000000"/>
              </a:buClr>
              <a:buSzPct val="100000"/>
              <a:buNone/>
            </a:pPr>
            <a:r>
              <a:t/>
            </a:r>
            <a:endParaRPr/>
          </a:p>
          <a:p>
            <a:pPr indent="-342900" lvl="0" marL="342900" rtl="0" algn="l">
              <a:spcBef>
                <a:spcPts val="592"/>
              </a:spcBef>
              <a:spcAft>
                <a:spcPts val="0"/>
              </a:spcAft>
              <a:buClr>
                <a:srgbClr val="000000"/>
              </a:buClr>
              <a:buSzPct val="100000"/>
              <a:buChar char="•"/>
            </a:pPr>
            <a:r>
              <a:rPr lang="en-US"/>
              <a:t>Record separators are by default carriage return, stored in a built-in variables </a:t>
            </a:r>
            <a:r>
              <a:rPr lang="en-US">
                <a:latin typeface="Courier New"/>
                <a:ea typeface="Courier New"/>
                <a:cs typeface="Courier New"/>
                <a:sym typeface="Courier New"/>
              </a:rPr>
              <a:t>ORS</a:t>
            </a:r>
            <a:r>
              <a:rPr lang="en-US"/>
              <a:t> and </a:t>
            </a:r>
            <a:r>
              <a:rPr lang="en-US">
                <a:latin typeface="Courier New"/>
                <a:ea typeface="Courier New"/>
                <a:cs typeface="Courier New"/>
                <a:sym typeface="Courier New"/>
              </a:rPr>
              <a:t>RS</a:t>
            </a:r>
            <a:r>
              <a:rPr lang="en-US"/>
              <a:t>.</a:t>
            </a:r>
            <a:endParaRPr/>
          </a:p>
          <a:p>
            <a:pPr indent="-154940" lvl="0" marL="342900" rtl="0" algn="l">
              <a:spcBef>
                <a:spcPts val="592"/>
              </a:spcBef>
              <a:spcAft>
                <a:spcPts val="0"/>
              </a:spcAft>
              <a:buClr>
                <a:srgbClr val="000000"/>
              </a:buClr>
              <a:buSzPct val="100000"/>
              <a:buNone/>
            </a:pPr>
            <a:r>
              <a:t/>
            </a:r>
            <a:endParaRPr/>
          </a:p>
          <a:p>
            <a:pPr indent="-342900" lvl="0" marL="342900" rtl="0" algn="l">
              <a:spcBef>
                <a:spcPts val="592"/>
              </a:spcBef>
              <a:spcAft>
                <a:spcPts val="0"/>
              </a:spcAft>
              <a:buClr>
                <a:srgbClr val="000000"/>
              </a:buClr>
              <a:buSzPct val="100000"/>
              <a:buChar char="•"/>
            </a:pPr>
            <a:r>
              <a:rPr lang="en-US"/>
              <a:t>The </a:t>
            </a:r>
            <a:r>
              <a:rPr lang="en-US">
                <a:latin typeface="Courier New"/>
                <a:ea typeface="Courier New"/>
                <a:cs typeface="Courier New"/>
                <a:sym typeface="Courier New"/>
              </a:rPr>
              <a:t>$0</a:t>
            </a:r>
            <a:r>
              <a:rPr lang="en-US"/>
              <a:t> variable is the entire record.</a:t>
            </a:r>
            <a:endParaRPr/>
          </a:p>
          <a:p>
            <a:pPr indent="-154940" lvl="0" marL="342900" rtl="0" algn="l">
              <a:spcBef>
                <a:spcPts val="592"/>
              </a:spcBef>
              <a:spcAft>
                <a:spcPts val="0"/>
              </a:spcAft>
              <a:buClr>
                <a:srgbClr val="000000"/>
              </a:buClr>
              <a:buSzPct val="100000"/>
              <a:buNone/>
            </a:pPr>
            <a:r>
              <a:t/>
            </a:r>
            <a:endParaRPr/>
          </a:p>
          <a:p>
            <a:pPr indent="-342900" lvl="0" marL="342900" rtl="0" algn="l">
              <a:spcBef>
                <a:spcPts val="592"/>
              </a:spcBef>
              <a:spcAft>
                <a:spcPts val="0"/>
              </a:spcAft>
              <a:buClr>
                <a:srgbClr val="000000"/>
              </a:buClr>
              <a:buSzPct val="100000"/>
              <a:buChar char="•"/>
            </a:pPr>
            <a:r>
              <a:rPr lang="en-US"/>
              <a:t>The </a:t>
            </a:r>
            <a:r>
              <a:rPr lang="en-US">
                <a:latin typeface="Courier New"/>
                <a:ea typeface="Courier New"/>
                <a:cs typeface="Courier New"/>
                <a:sym typeface="Courier New"/>
              </a:rPr>
              <a:t>NR</a:t>
            </a:r>
            <a:r>
              <a:rPr lang="en-US"/>
              <a:t> variable is the record number.</a:t>
            </a:r>
            <a:endParaRPr/>
          </a:p>
        </p:txBody>
      </p:sp>
      <p:sp>
        <p:nvSpPr>
          <p:cNvPr id="526" name="Google Shape;526;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Records and fields</a:t>
            </a:r>
            <a:endParaRPr/>
          </a:p>
        </p:txBody>
      </p:sp>
      <p:sp>
        <p:nvSpPr>
          <p:cNvPr id="536" name="Google Shape;536;p46"/>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000000"/>
              </a:buClr>
              <a:buSzPts val="3200"/>
              <a:buChar char="•"/>
            </a:pPr>
            <a:r>
              <a:rPr lang="en-US"/>
              <a:t>Each record consists of words called fields which by default separated by white spaces.</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latin typeface="Courier New"/>
                <a:ea typeface="Courier New"/>
                <a:cs typeface="Courier New"/>
                <a:sym typeface="Courier New"/>
              </a:rPr>
              <a:t>NF</a:t>
            </a:r>
            <a:r>
              <a:rPr lang="en-US"/>
              <a:t> variables contains the number of fields in a record</a:t>
            </a:r>
            <a:endParaRPr/>
          </a:p>
          <a:p>
            <a:pPr indent="-342900" lvl="0" marL="342900" rtl="0" algn="l">
              <a:spcBef>
                <a:spcPts val="640"/>
              </a:spcBef>
              <a:spcAft>
                <a:spcPts val="0"/>
              </a:spcAft>
              <a:buClr>
                <a:srgbClr val="000000"/>
              </a:buClr>
              <a:buSzPts val="3200"/>
              <a:buChar char="•"/>
            </a:pPr>
            <a:r>
              <a:rPr lang="en-US">
                <a:latin typeface="Courier New"/>
                <a:ea typeface="Courier New"/>
                <a:cs typeface="Courier New"/>
                <a:sym typeface="Courier New"/>
              </a:rPr>
              <a:t>$1</a:t>
            </a:r>
            <a:r>
              <a:rPr lang="en-US"/>
              <a:t> first field, </a:t>
            </a:r>
            <a:r>
              <a:rPr lang="en-US">
                <a:latin typeface="Courier New"/>
                <a:ea typeface="Courier New"/>
                <a:cs typeface="Courier New"/>
                <a:sym typeface="Courier New"/>
              </a:rPr>
              <a:t>$2 </a:t>
            </a:r>
            <a:r>
              <a:rPr lang="en-US"/>
              <a:t>second field, </a:t>
            </a:r>
            <a:r>
              <a:rPr lang="en-US">
                <a:latin typeface="Courier New"/>
                <a:ea typeface="Courier New"/>
                <a:cs typeface="Courier New"/>
                <a:sym typeface="Courier New"/>
              </a:rPr>
              <a:t>$3 </a:t>
            </a:r>
            <a:r>
              <a:rPr lang="en-US"/>
              <a:t>third field ….</a:t>
            </a:r>
            <a:endParaRPr/>
          </a:p>
          <a:p>
            <a:pPr indent="-342900" lvl="0" marL="342900" rtl="0" algn="l">
              <a:spcBef>
                <a:spcPts val="640"/>
              </a:spcBef>
              <a:spcAft>
                <a:spcPts val="0"/>
              </a:spcAft>
              <a:buClr>
                <a:srgbClr val="000000"/>
              </a:buClr>
              <a:buSzPts val="3200"/>
              <a:buChar char="•"/>
            </a:pPr>
            <a:r>
              <a:rPr lang="en-US">
                <a:latin typeface="Courier New"/>
                <a:ea typeface="Courier New"/>
                <a:cs typeface="Courier New"/>
                <a:sym typeface="Courier New"/>
              </a:rPr>
              <a:t>FS</a:t>
            </a:r>
            <a:r>
              <a:rPr lang="en-US"/>
              <a:t> variable holds the input field separator, space/tab is the default.</a:t>
            </a:r>
            <a:endParaRPr/>
          </a:p>
        </p:txBody>
      </p:sp>
      <p:sp>
        <p:nvSpPr>
          <p:cNvPr id="537" name="Google Shape;53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7"/>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547" name="Google Shape;547;p47"/>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rgbClr val="000000"/>
              </a:buClr>
              <a:buSzPct val="100000"/>
              <a:buChar char="•"/>
            </a:pPr>
            <a:r>
              <a:rPr lang="en-US"/>
              <a:t>To print the first field of the file, but as the default delimiter is white space, you have to specify the delimiter</a:t>
            </a:r>
            <a:endParaRPr/>
          </a:p>
          <a:p>
            <a:pPr indent="0" lvl="0" marL="0" rtl="0" algn="l">
              <a:spcBef>
                <a:spcPts val="448"/>
              </a:spcBef>
              <a:spcAft>
                <a:spcPts val="0"/>
              </a:spcAft>
              <a:buClr>
                <a:srgbClr val="000000"/>
              </a:buClr>
              <a:buSzPct val="100000"/>
              <a:buNone/>
            </a:pPr>
            <a:r>
              <a:t/>
            </a:r>
            <a:endParaRPr/>
          </a:p>
          <a:p>
            <a:pPr indent="0" lvl="0" marL="0" rtl="0" algn="l">
              <a:spcBef>
                <a:spcPts val="448"/>
              </a:spcBef>
              <a:spcAft>
                <a:spcPts val="0"/>
              </a:spcAft>
              <a:buClr>
                <a:srgbClr val="000000"/>
              </a:buClr>
              <a:buSzPct val="100000"/>
              <a:buNone/>
            </a:pPr>
            <a:r>
              <a:rPr lang="en-US">
                <a:latin typeface="Courier New"/>
                <a:ea typeface="Courier New"/>
                <a:cs typeface="Courier New"/>
                <a:sym typeface="Courier New"/>
              </a:rPr>
              <a:t>$awk –F: ‘{print $1}’ /etc/passwd</a:t>
            </a:r>
            <a:endParaRPr>
              <a:latin typeface="Courier New"/>
              <a:ea typeface="Courier New"/>
              <a:cs typeface="Courier New"/>
              <a:sym typeface="Courier New"/>
            </a:endParaRPr>
          </a:p>
          <a:p>
            <a:pPr indent="0" lvl="0" marL="0" rtl="0" algn="l">
              <a:spcBef>
                <a:spcPts val="448"/>
              </a:spcBef>
              <a:spcAft>
                <a:spcPts val="0"/>
              </a:spcAft>
              <a:buClr>
                <a:srgbClr val="000000"/>
              </a:buClr>
              <a:buSzPct val="100000"/>
              <a:buNone/>
            </a:pPr>
            <a:r>
              <a:rPr lang="en-US"/>
              <a:t>root</a:t>
            </a:r>
            <a:endParaRPr/>
          </a:p>
          <a:p>
            <a:pPr indent="0" lvl="0" marL="0" rtl="0" algn="l">
              <a:spcBef>
                <a:spcPts val="448"/>
              </a:spcBef>
              <a:spcAft>
                <a:spcPts val="0"/>
              </a:spcAft>
              <a:buClr>
                <a:srgbClr val="000000"/>
              </a:buClr>
              <a:buSzPct val="100000"/>
              <a:buNone/>
            </a:pPr>
            <a:r>
              <a:rPr lang="en-US"/>
              <a:t>daemon</a:t>
            </a:r>
            <a:endParaRPr/>
          </a:p>
          <a:p>
            <a:pPr indent="0" lvl="0" marL="0" rtl="0" algn="l">
              <a:spcBef>
                <a:spcPts val="448"/>
              </a:spcBef>
              <a:spcAft>
                <a:spcPts val="0"/>
              </a:spcAft>
              <a:buClr>
                <a:srgbClr val="000000"/>
              </a:buClr>
              <a:buSzPct val="100000"/>
              <a:buNone/>
            </a:pPr>
            <a:r>
              <a:rPr lang="en-US"/>
              <a:t>sherine</a:t>
            </a:r>
            <a:endParaRPr/>
          </a:p>
          <a:p>
            <a:pPr indent="0" lvl="0" marL="0" rtl="0" algn="l">
              <a:spcBef>
                <a:spcPts val="448"/>
              </a:spcBef>
              <a:spcAft>
                <a:spcPts val="0"/>
              </a:spcAft>
              <a:buClr>
                <a:srgbClr val="000000"/>
              </a:buClr>
              <a:buSzPct val="100000"/>
              <a:buNone/>
            </a:pPr>
            <a:r>
              <a:rPr lang="en-US"/>
              <a:t>…</a:t>
            </a:r>
            <a:endParaRPr/>
          </a:p>
          <a:p>
            <a:pPr indent="0" lvl="0" marL="0" rtl="0" algn="l">
              <a:spcBef>
                <a:spcPts val="448"/>
              </a:spcBef>
              <a:spcAft>
                <a:spcPts val="0"/>
              </a:spcAft>
              <a:buClr>
                <a:srgbClr val="000000"/>
              </a:buClr>
              <a:buSzPct val="100000"/>
              <a:buNone/>
            </a:pPr>
            <a:r>
              <a:rPr lang="en-US">
                <a:latin typeface="Courier New"/>
                <a:ea typeface="Courier New"/>
                <a:cs typeface="Courier New"/>
                <a:sym typeface="Courier New"/>
              </a:rPr>
              <a:t>$awk –F: ‘{print “Logname:”,$1}’ /etc/passwd</a:t>
            </a:r>
            <a:endParaRPr>
              <a:latin typeface="Courier New"/>
              <a:ea typeface="Courier New"/>
              <a:cs typeface="Courier New"/>
              <a:sym typeface="Courier New"/>
            </a:endParaRPr>
          </a:p>
          <a:p>
            <a:pPr indent="0" lvl="0" marL="0" rtl="0" algn="l">
              <a:spcBef>
                <a:spcPts val="448"/>
              </a:spcBef>
              <a:spcAft>
                <a:spcPts val="0"/>
              </a:spcAft>
              <a:buClr>
                <a:srgbClr val="000000"/>
              </a:buClr>
              <a:buSzPct val="100000"/>
              <a:buNone/>
            </a:pPr>
            <a:r>
              <a:rPr lang="en-US"/>
              <a:t>Logname:root</a:t>
            </a:r>
            <a:endParaRPr/>
          </a:p>
          <a:p>
            <a:pPr indent="0" lvl="0" marL="0" rtl="0" algn="l">
              <a:spcBef>
                <a:spcPts val="448"/>
              </a:spcBef>
              <a:spcAft>
                <a:spcPts val="0"/>
              </a:spcAft>
              <a:buClr>
                <a:srgbClr val="000000"/>
              </a:buClr>
              <a:buSzPct val="100000"/>
              <a:buNone/>
            </a:pPr>
            <a:r>
              <a:rPr lang="en-US"/>
              <a:t>Logname:daemon</a:t>
            </a:r>
            <a:endParaRPr/>
          </a:p>
          <a:p>
            <a:pPr indent="0" lvl="0" marL="0" rtl="0" algn="l">
              <a:spcBef>
                <a:spcPts val="448"/>
              </a:spcBef>
              <a:spcAft>
                <a:spcPts val="0"/>
              </a:spcAft>
              <a:buClr>
                <a:srgbClr val="000000"/>
              </a:buClr>
              <a:buSzPct val="100000"/>
              <a:buNone/>
            </a:pPr>
            <a:r>
              <a:rPr lang="en-US"/>
              <a:t>Logname:sherine</a:t>
            </a:r>
            <a:endParaRPr/>
          </a:p>
          <a:p>
            <a:pPr indent="0" lvl="0" marL="0" rtl="0" algn="l">
              <a:spcBef>
                <a:spcPts val="448"/>
              </a:spcBef>
              <a:spcAft>
                <a:spcPts val="0"/>
              </a:spcAft>
              <a:buClr>
                <a:srgbClr val="000000"/>
              </a:buClr>
              <a:buSzPct val="100000"/>
              <a:buNone/>
            </a:pPr>
            <a:r>
              <a:rPr lang="en-US"/>
              <a:t>…</a:t>
            </a:r>
            <a:endParaRPr/>
          </a:p>
          <a:p>
            <a:pPr indent="-200660" lvl="0" marL="342900" rtl="0" algn="l">
              <a:spcBef>
                <a:spcPts val="448"/>
              </a:spcBef>
              <a:spcAft>
                <a:spcPts val="0"/>
              </a:spcAft>
              <a:buClr>
                <a:srgbClr val="000000"/>
              </a:buClr>
              <a:buSzPct val="100000"/>
              <a:buNone/>
            </a:pPr>
            <a:r>
              <a:t/>
            </a:r>
            <a:endParaRPr/>
          </a:p>
        </p:txBody>
      </p:sp>
      <p:sp>
        <p:nvSpPr>
          <p:cNvPr id="548" name="Google Shape;548;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0" st="0"/>
                                            </p:txEl>
                                          </p:spTgt>
                                        </p:tgtEl>
                                        <p:attrNameLst>
                                          <p:attrName>style.visibility</p:attrName>
                                        </p:attrNameLst>
                                      </p:cBhvr>
                                      <p:to>
                                        <p:strVal val="visible"/>
                                      </p:to>
                                    </p:set>
                                    <p:animEffect filter="fade" transition="in">
                                      <p:cBhvr>
                                        <p:cTn dur="500"/>
                                        <p:tgtEl>
                                          <p:spTgt spid="5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 st="1"/>
                                            </p:txEl>
                                          </p:spTgt>
                                        </p:tgtEl>
                                        <p:attrNameLst>
                                          <p:attrName>style.visibility</p:attrName>
                                        </p:attrNameLst>
                                      </p:cBhvr>
                                      <p:to>
                                        <p:strVal val="visible"/>
                                      </p:to>
                                    </p:set>
                                    <p:animEffect filter="fade" transition="in">
                                      <p:cBhvr>
                                        <p:cTn dur="500"/>
                                        <p:tgtEl>
                                          <p:spTgt spid="5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2" st="2"/>
                                            </p:txEl>
                                          </p:spTgt>
                                        </p:tgtEl>
                                        <p:attrNameLst>
                                          <p:attrName>style.visibility</p:attrName>
                                        </p:attrNameLst>
                                      </p:cBhvr>
                                      <p:to>
                                        <p:strVal val="visible"/>
                                      </p:to>
                                    </p:set>
                                    <p:animEffect filter="fade" transition="in">
                                      <p:cBhvr>
                                        <p:cTn dur="500"/>
                                        <p:tgtEl>
                                          <p:spTgt spid="5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3" st="3"/>
                                            </p:txEl>
                                          </p:spTgt>
                                        </p:tgtEl>
                                        <p:attrNameLst>
                                          <p:attrName>style.visibility</p:attrName>
                                        </p:attrNameLst>
                                      </p:cBhvr>
                                      <p:to>
                                        <p:strVal val="visible"/>
                                      </p:to>
                                    </p:set>
                                    <p:animEffect filter="fade" transition="in">
                                      <p:cBhvr>
                                        <p:cTn dur="500"/>
                                        <p:tgtEl>
                                          <p:spTgt spid="5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4" st="4"/>
                                            </p:txEl>
                                          </p:spTgt>
                                        </p:tgtEl>
                                        <p:attrNameLst>
                                          <p:attrName>style.visibility</p:attrName>
                                        </p:attrNameLst>
                                      </p:cBhvr>
                                      <p:to>
                                        <p:strVal val="visible"/>
                                      </p:to>
                                    </p:set>
                                    <p:animEffect filter="fade" transition="in">
                                      <p:cBhvr>
                                        <p:cTn dur="500"/>
                                        <p:tgtEl>
                                          <p:spTgt spid="5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5" st="5"/>
                                            </p:txEl>
                                          </p:spTgt>
                                        </p:tgtEl>
                                        <p:attrNameLst>
                                          <p:attrName>style.visibility</p:attrName>
                                        </p:attrNameLst>
                                      </p:cBhvr>
                                      <p:to>
                                        <p:strVal val="visible"/>
                                      </p:to>
                                    </p:set>
                                    <p:animEffect filter="fade" transition="in">
                                      <p:cBhvr>
                                        <p:cTn dur="500"/>
                                        <p:tgtEl>
                                          <p:spTgt spid="5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6" st="6"/>
                                            </p:txEl>
                                          </p:spTgt>
                                        </p:tgtEl>
                                        <p:attrNameLst>
                                          <p:attrName>style.visibility</p:attrName>
                                        </p:attrNameLst>
                                      </p:cBhvr>
                                      <p:to>
                                        <p:strVal val="visible"/>
                                      </p:to>
                                    </p:set>
                                    <p:animEffect filter="fade" transition="in">
                                      <p:cBhvr>
                                        <p:cTn dur="500"/>
                                        <p:tgtEl>
                                          <p:spTgt spid="5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7" st="7"/>
                                            </p:txEl>
                                          </p:spTgt>
                                        </p:tgtEl>
                                        <p:attrNameLst>
                                          <p:attrName>style.visibility</p:attrName>
                                        </p:attrNameLst>
                                      </p:cBhvr>
                                      <p:to>
                                        <p:strVal val="visible"/>
                                      </p:to>
                                    </p:set>
                                    <p:animEffect filter="fade" transition="in">
                                      <p:cBhvr>
                                        <p:cTn dur="500"/>
                                        <p:tgtEl>
                                          <p:spTgt spid="5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8" st="8"/>
                                            </p:txEl>
                                          </p:spTgt>
                                        </p:tgtEl>
                                        <p:attrNameLst>
                                          <p:attrName>style.visibility</p:attrName>
                                        </p:attrNameLst>
                                      </p:cBhvr>
                                      <p:to>
                                        <p:strVal val="visible"/>
                                      </p:to>
                                    </p:set>
                                    <p:animEffect filter="fade" transition="in">
                                      <p:cBhvr>
                                        <p:cTn dur="500"/>
                                        <p:tgtEl>
                                          <p:spTgt spid="5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9" st="9"/>
                                            </p:txEl>
                                          </p:spTgt>
                                        </p:tgtEl>
                                        <p:attrNameLst>
                                          <p:attrName>style.visibility</p:attrName>
                                        </p:attrNameLst>
                                      </p:cBhvr>
                                      <p:to>
                                        <p:strVal val="visible"/>
                                      </p:to>
                                    </p:set>
                                    <p:animEffect filter="fade" transition="in">
                                      <p:cBhvr>
                                        <p:cTn dur="500"/>
                                        <p:tgtEl>
                                          <p:spTgt spid="54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0" st="10"/>
                                            </p:txEl>
                                          </p:spTgt>
                                        </p:tgtEl>
                                        <p:attrNameLst>
                                          <p:attrName>style.visibility</p:attrName>
                                        </p:attrNameLst>
                                      </p:cBhvr>
                                      <p:to>
                                        <p:strVal val="visible"/>
                                      </p:to>
                                    </p:set>
                                    <p:animEffect filter="fade" transition="in">
                                      <p:cBhvr>
                                        <p:cTn dur="500"/>
                                        <p:tgtEl>
                                          <p:spTgt spid="54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1" st="11"/>
                                            </p:txEl>
                                          </p:spTgt>
                                        </p:tgtEl>
                                        <p:attrNameLst>
                                          <p:attrName>style.visibility</p:attrName>
                                        </p:attrNameLst>
                                      </p:cBhvr>
                                      <p:to>
                                        <p:strVal val="visible"/>
                                      </p:to>
                                    </p:set>
                                    <p:animEffect filter="fade" transition="in">
                                      <p:cBhvr>
                                        <p:cTn dur="500"/>
                                        <p:tgtEl>
                                          <p:spTgt spid="54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2" st="12"/>
                                            </p:txEl>
                                          </p:spTgt>
                                        </p:tgtEl>
                                        <p:attrNameLst>
                                          <p:attrName>style.visibility</p:attrName>
                                        </p:attrNameLst>
                                      </p:cBhvr>
                                      <p:to>
                                        <p:strVal val="visible"/>
                                      </p:to>
                                    </p:set>
                                    <p:animEffect filter="fade" transition="in">
                                      <p:cBhvr>
                                        <p:cTn dur="500"/>
                                        <p:tgtEl>
                                          <p:spTgt spid="54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8"/>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 </a:t>
            </a:r>
            <a:endParaRPr/>
          </a:p>
        </p:txBody>
      </p:sp>
      <p:sp>
        <p:nvSpPr>
          <p:cNvPr id="558" name="Google Shape;558;p48"/>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rgbClr val="000000"/>
              </a:buClr>
              <a:buSzPct val="100000"/>
              <a:buChar char="•"/>
            </a:pPr>
            <a:r>
              <a:rPr lang="en-US"/>
              <a:t>To display the whole file (cat)</a:t>
            </a:r>
            <a:endParaRPr/>
          </a:p>
          <a:p>
            <a:pPr indent="0" lvl="0" marL="0" rtl="0" algn="l">
              <a:spcBef>
                <a:spcPts val="400"/>
              </a:spcBef>
              <a:spcAft>
                <a:spcPts val="0"/>
              </a:spcAft>
              <a:buClr>
                <a:srgbClr val="000000"/>
              </a:buClr>
              <a:buSzPct val="100000"/>
              <a:buNone/>
            </a:pPr>
            <a:r>
              <a:rPr lang="en-US">
                <a:latin typeface="Courier New"/>
                <a:ea typeface="Courier New"/>
                <a:cs typeface="Courier New"/>
                <a:sym typeface="Courier New"/>
              </a:rPr>
              <a:t>$awk ‘{print $0}’ /etc/passwd</a:t>
            </a:r>
            <a:endParaRPr>
              <a:latin typeface="Courier New"/>
              <a:ea typeface="Courier New"/>
              <a:cs typeface="Courier New"/>
              <a:sym typeface="Courier New"/>
            </a:endParaRPr>
          </a:p>
          <a:p>
            <a:pPr indent="0" lvl="0" marL="0" rtl="0" algn="l">
              <a:spcBef>
                <a:spcPts val="400"/>
              </a:spcBef>
              <a:spcAft>
                <a:spcPts val="0"/>
              </a:spcAft>
              <a:buClr>
                <a:srgbClr val="000000"/>
              </a:buClr>
              <a:buSzPct val="100000"/>
              <a:buNone/>
            </a:pPr>
            <a:r>
              <a:rPr lang="en-US"/>
              <a:t>root:x:0:1:Super-user:/:/sbin/sh</a:t>
            </a:r>
            <a:endParaRPr/>
          </a:p>
          <a:p>
            <a:pPr indent="0" lvl="0" marL="0" rtl="0" algn="l">
              <a:spcBef>
                <a:spcPts val="400"/>
              </a:spcBef>
              <a:spcAft>
                <a:spcPts val="0"/>
              </a:spcAft>
              <a:buClr>
                <a:srgbClr val="000000"/>
              </a:buClr>
              <a:buSzPct val="100000"/>
              <a:buNone/>
            </a:pPr>
            <a:r>
              <a:rPr lang="en-US"/>
              <a:t>...</a:t>
            </a:r>
            <a:endParaRPr/>
          </a:p>
          <a:p>
            <a:pPr indent="0" lvl="0" marL="0" rtl="0" algn="l">
              <a:spcBef>
                <a:spcPts val="400"/>
              </a:spcBef>
              <a:spcAft>
                <a:spcPts val="0"/>
              </a:spcAft>
              <a:buClr>
                <a:srgbClr val="000000"/>
              </a:buClr>
              <a:buSzPct val="100000"/>
              <a:buNone/>
            </a:pPr>
            <a:r>
              <a:t/>
            </a:r>
            <a:endParaRPr/>
          </a:p>
          <a:p>
            <a:pPr indent="-342900" lvl="0" marL="342900" rtl="0" algn="l">
              <a:spcBef>
                <a:spcPts val="400"/>
              </a:spcBef>
              <a:spcAft>
                <a:spcPts val="0"/>
              </a:spcAft>
              <a:buClr>
                <a:srgbClr val="000000"/>
              </a:buClr>
              <a:buSzPct val="100000"/>
              <a:buChar char="•"/>
            </a:pPr>
            <a:r>
              <a:rPr lang="en-US"/>
              <a:t>To display the file numbered (cat -n)</a:t>
            </a:r>
            <a:endParaRPr/>
          </a:p>
          <a:p>
            <a:pPr indent="0" lvl="0" marL="0" rtl="0" algn="l">
              <a:spcBef>
                <a:spcPts val="400"/>
              </a:spcBef>
              <a:spcAft>
                <a:spcPts val="0"/>
              </a:spcAft>
              <a:buClr>
                <a:srgbClr val="000000"/>
              </a:buClr>
              <a:buSzPct val="100000"/>
              <a:buNone/>
            </a:pPr>
            <a:r>
              <a:rPr lang="en-US">
                <a:latin typeface="Courier New"/>
                <a:ea typeface="Courier New"/>
                <a:cs typeface="Courier New"/>
                <a:sym typeface="Courier New"/>
              </a:rPr>
              <a:t>$awk ‘{print NR,$0}’ /etc/passwd</a:t>
            </a:r>
            <a:endParaRPr>
              <a:latin typeface="Courier New"/>
              <a:ea typeface="Courier New"/>
              <a:cs typeface="Courier New"/>
              <a:sym typeface="Courier New"/>
            </a:endParaRPr>
          </a:p>
          <a:p>
            <a:pPr indent="0" lvl="0" marL="0" rtl="0" algn="l">
              <a:spcBef>
                <a:spcPts val="400"/>
              </a:spcBef>
              <a:spcAft>
                <a:spcPts val="0"/>
              </a:spcAft>
              <a:buClr>
                <a:srgbClr val="000000"/>
              </a:buClr>
              <a:buSzPct val="100000"/>
              <a:buNone/>
            </a:pPr>
            <a:r>
              <a:rPr lang="en-US"/>
              <a:t>1 root:x:0:1:Super-user:/:/sbin/sh</a:t>
            </a:r>
            <a:endParaRPr/>
          </a:p>
          <a:p>
            <a:pPr indent="0" lvl="0" marL="0" rtl="0" algn="l">
              <a:spcBef>
                <a:spcPts val="400"/>
              </a:spcBef>
              <a:spcAft>
                <a:spcPts val="0"/>
              </a:spcAft>
              <a:buClr>
                <a:srgbClr val="000000"/>
              </a:buClr>
              <a:buSzPct val="100000"/>
              <a:buNone/>
            </a:pPr>
            <a:r>
              <a:rPr lang="en-US"/>
              <a:t>...</a:t>
            </a:r>
            <a:endParaRPr/>
          </a:p>
          <a:p>
            <a:pPr indent="-215900" lvl="0" marL="342900" rtl="0" algn="l">
              <a:spcBef>
                <a:spcPts val="400"/>
              </a:spcBef>
              <a:spcAft>
                <a:spcPts val="0"/>
              </a:spcAft>
              <a:buClr>
                <a:srgbClr val="000000"/>
              </a:buClr>
              <a:buSzPct val="100000"/>
              <a:buNone/>
            </a:pPr>
            <a:r>
              <a:t/>
            </a:r>
            <a:endParaRPr/>
          </a:p>
          <a:p>
            <a:pPr indent="-342900" lvl="0" marL="342900" rtl="0" algn="l">
              <a:spcBef>
                <a:spcPts val="400"/>
              </a:spcBef>
              <a:spcAft>
                <a:spcPts val="0"/>
              </a:spcAft>
              <a:buClr>
                <a:srgbClr val="000000"/>
              </a:buClr>
              <a:buSzPct val="100000"/>
              <a:buChar char="•"/>
            </a:pPr>
            <a:r>
              <a:rPr lang="en-US"/>
              <a:t>To display number of fields (words) in each record (line)</a:t>
            </a:r>
            <a:endParaRPr/>
          </a:p>
          <a:p>
            <a:pPr indent="0" lvl="0" marL="0" rtl="0" algn="l">
              <a:spcBef>
                <a:spcPts val="400"/>
              </a:spcBef>
              <a:spcAft>
                <a:spcPts val="0"/>
              </a:spcAft>
              <a:buClr>
                <a:srgbClr val="000000"/>
              </a:buClr>
              <a:buSzPct val="100000"/>
              <a:buNone/>
            </a:pPr>
            <a:r>
              <a:rPr lang="en-US">
                <a:latin typeface="Courier New"/>
                <a:ea typeface="Courier New"/>
                <a:cs typeface="Courier New"/>
                <a:sym typeface="Courier New"/>
              </a:rPr>
              <a:t>$awk –F: ‘{print $0,NF}’ /etc/passwd</a:t>
            </a:r>
            <a:endParaRPr>
              <a:latin typeface="Courier New"/>
              <a:ea typeface="Courier New"/>
              <a:cs typeface="Courier New"/>
              <a:sym typeface="Courier New"/>
            </a:endParaRPr>
          </a:p>
          <a:p>
            <a:pPr indent="0" lvl="0" marL="0" rtl="0" algn="l">
              <a:spcBef>
                <a:spcPts val="400"/>
              </a:spcBef>
              <a:spcAft>
                <a:spcPts val="0"/>
              </a:spcAft>
              <a:buClr>
                <a:srgbClr val="000000"/>
              </a:buClr>
              <a:buSzPct val="100000"/>
              <a:buNone/>
            </a:pPr>
            <a:r>
              <a:rPr lang="en-US"/>
              <a:t>root:x:0:1:Super-user:/:/sbin/sh 7</a:t>
            </a:r>
            <a:endParaRPr/>
          </a:p>
          <a:p>
            <a:pPr indent="0" lvl="0" marL="0" rtl="0" algn="l">
              <a:spcBef>
                <a:spcPts val="400"/>
              </a:spcBef>
              <a:spcAft>
                <a:spcPts val="0"/>
              </a:spcAft>
              <a:buClr>
                <a:srgbClr val="000000"/>
              </a:buClr>
              <a:buSzPct val="100000"/>
              <a:buNone/>
            </a:pPr>
            <a:r>
              <a:rPr lang="en-US"/>
              <a:t>...</a:t>
            </a:r>
            <a:endParaRPr/>
          </a:p>
        </p:txBody>
      </p:sp>
      <p:sp>
        <p:nvSpPr>
          <p:cNvPr id="559" name="Google Shape;55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0" st="0"/>
                                            </p:txEl>
                                          </p:spTgt>
                                        </p:tgtEl>
                                        <p:attrNameLst>
                                          <p:attrName>style.visibility</p:attrName>
                                        </p:attrNameLst>
                                      </p:cBhvr>
                                      <p:to>
                                        <p:strVal val="visible"/>
                                      </p:to>
                                    </p:set>
                                    <p:animEffect filter="fade" transition="in">
                                      <p:cBhvr>
                                        <p:cTn dur="500"/>
                                        <p:tgtEl>
                                          <p:spTgt spid="5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1" st="1"/>
                                            </p:txEl>
                                          </p:spTgt>
                                        </p:tgtEl>
                                        <p:attrNameLst>
                                          <p:attrName>style.visibility</p:attrName>
                                        </p:attrNameLst>
                                      </p:cBhvr>
                                      <p:to>
                                        <p:strVal val="visible"/>
                                      </p:to>
                                    </p:set>
                                    <p:animEffect filter="fade" transition="in">
                                      <p:cBhvr>
                                        <p:cTn dur="500"/>
                                        <p:tgtEl>
                                          <p:spTgt spid="5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2" st="2"/>
                                            </p:txEl>
                                          </p:spTgt>
                                        </p:tgtEl>
                                        <p:attrNameLst>
                                          <p:attrName>style.visibility</p:attrName>
                                        </p:attrNameLst>
                                      </p:cBhvr>
                                      <p:to>
                                        <p:strVal val="visible"/>
                                      </p:to>
                                    </p:set>
                                    <p:animEffect filter="fade" transition="in">
                                      <p:cBhvr>
                                        <p:cTn dur="500"/>
                                        <p:tgtEl>
                                          <p:spTgt spid="5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3" st="3"/>
                                            </p:txEl>
                                          </p:spTgt>
                                        </p:tgtEl>
                                        <p:attrNameLst>
                                          <p:attrName>style.visibility</p:attrName>
                                        </p:attrNameLst>
                                      </p:cBhvr>
                                      <p:to>
                                        <p:strVal val="visible"/>
                                      </p:to>
                                    </p:set>
                                    <p:animEffect filter="fade" transition="in">
                                      <p:cBhvr>
                                        <p:cTn dur="500"/>
                                        <p:tgtEl>
                                          <p:spTgt spid="5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4" st="4"/>
                                            </p:txEl>
                                          </p:spTgt>
                                        </p:tgtEl>
                                        <p:attrNameLst>
                                          <p:attrName>style.visibility</p:attrName>
                                        </p:attrNameLst>
                                      </p:cBhvr>
                                      <p:to>
                                        <p:strVal val="visible"/>
                                      </p:to>
                                    </p:set>
                                    <p:animEffect filter="fade" transition="in">
                                      <p:cBhvr>
                                        <p:cTn dur="500"/>
                                        <p:tgtEl>
                                          <p:spTgt spid="5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5" st="5"/>
                                            </p:txEl>
                                          </p:spTgt>
                                        </p:tgtEl>
                                        <p:attrNameLst>
                                          <p:attrName>style.visibility</p:attrName>
                                        </p:attrNameLst>
                                      </p:cBhvr>
                                      <p:to>
                                        <p:strVal val="visible"/>
                                      </p:to>
                                    </p:set>
                                    <p:animEffect filter="fade" transition="in">
                                      <p:cBhvr>
                                        <p:cTn dur="500"/>
                                        <p:tgtEl>
                                          <p:spTgt spid="5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6" st="6"/>
                                            </p:txEl>
                                          </p:spTgt>
                                        </p:tgtEl>
                                        <p:attrNameLst>
                                          <p:attrName>style.visibility</p:attrName>
                                        </p:attrNameLst>
                                      </p:cBhvr>
                                      <p:to>
                                        <p:strVal val="visible"/>
                                      </p:to>
                                    </p:set>
                                    <p:animEffect filter="fade" transition="in">
                                      <p:cBhvr>
                                        <p:cTn dur="500"/>
                                        <p:tgtEl>
                                          <p:spTgt spid="5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7" st="7"/>
                                            </p:txEl>
                                          </p:spTgt>
                                        </p:tgtEl>
                                        <p:attrNameLst>
                                          <p:attrName>style.visibility</p:attrName>
                                        </p:attrNameLst>
                                      </p:cBhvr>
                                      <p:to>
                                        <p:strVal val="visible"/>
                                      </p:to>
                                    </p:set>
                                    <p:animEffect filter="fade" transition="in">
                                      <p:cBhvr>
                                        <p:cTn dur="500"/>
                                        <p:tgtEl>
                                          <p:spTgt spid="5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8" st="8"/>
                                            </p:txEl>
                                          </p:spTgt>
                                        </p:tgtEl>
                                        <p:attrNameLst>
                                          <p:attrName>style.visibility</p:attrName>
                                        </p:attrNameLst>
                                      </p:cBhvr>
                                      <p:to>
                                        <p:strVal val="visible"/>
                                      </p:to>
                                    </p:set>
                                    <p:animEffect filter="fade" transition="in">
                                      <p:cBhvr>
                                        <p:cTn dur="500"/>
                                        <p:tgtEl>
                                          <p:spTgt spid="5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9" st="9"/>
                                            </p:txEl>
                                          </p:spTgt>
                                        </p:tgtEl>
                                        <p:attrNameLst>
                                          <p:attrName>style.visibility</p:attrName>
                                        </p:attrNameLst>
                                      </p:cBhvr>
                                      <p:to>
                                        <p:strVal val="visible"/>
                                      </p:to>
                                    </p:set>
                                    <p:animEffect filter="fade" transition="in">
                                      <p:cBhvr>
                                        <p:cTn dur="500"/>
                                        <p:tgtEl>
                                          <p:spTgt spid="55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10" st="10"/>
                                            </p:txEl>
                                          </p:spTgt>
                                        </p:tgtEl>
                                        <p:attrNameLst>
                                          <p:attrName>style.visibility</p:attrName>
                                        </p:attrNameLst>
                                      </p:cBhvr>
                                      <p:to>
                                        <p:strVal val="visible"/>
                                      </p:to>
                                    </p:set>
                                    <p:animEffect filter="fade" transition="in">
                                      <p:cBhvr>
                                        <p:cTn dur="500"/>
                                        <p:tgtEl>
                                          <p:spTgt spid="55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11" st="11"/>
                                            </p:txEl>
                                          </p:spTgt>
                                        </p:tgtEl>
                                        <p:attrNameLst>
                                          <p:attrName>style.visibility</p:attrName>
                                        </p:attrNameLst>
                                      </p:cBhvr>
                                      <p:to>
                                        <p:strVal val="visible"/>
                                      </p:to>
                                    </p:set>
                                    <p:animEffect filter="fade" transition="in">
                                      <p:cBhvr>
                                        <p:cTn dur="500"/>
                                        <p:tgtEl>
                                          <p:spTgt spid="55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12" st="12"/>
                                            </p:txEl>
                                          </p:spTgt>
                                        </p:tgtEl>
                                        <p:attrNameLst>
                                          <p:attrName>style.visibility</p:attrName>
                                        </p:attrNameLst>
                                      </p:cBhvr>
                                      <p:to>
                                        <p:strVal val="visible"/>
                                      </p:to>
                                    </p:set>
                                    <p:animEffect filter="fade" transition="in">
                                      <p:cBhvr>
                                        <p:cTn dur="500"/>
                                        <p:tgtEl>
                                          <p:spTgt spid="55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13" st="13"/>
                                            </p:txEl>
                                          </p:spTgt>
                                        </p:tgtEl>
                                        <p:attrNameLst>
                                          <p:attrName>style.visibility</p:attrName>
                                        </p:attrNameLst>
                                      </p:cBhvr>
                                      <p:to>
                                        <p:strVal val="visible"/>
                                      </p:to>
                                    </p:set>
                                    <p:animEffect filter="fade" transition="in">
                                      <p:cBhvr>
                                        <p:cTn dur="500"/>
                                        <p:tgtEl>
                                          <p:spTgt spid="558">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9"/>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BEGIN Pattern</a:t>
            </a:r>
            <a:endParaRPr/>
          </a:p>
        </p:txBody>
      </p:sp>
      <p:sp>
        <p:nvSpPr>
          <p:cNvPr id="569" name="Google Shape;569;p49"/>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rgbClr val="000000"/>
              </a:buClr>
              <a:buSzPct val="100000"/>
              <a:buChar char="•"/>
            </a:pPr>
            <a:r>
              <a:rPr lang="en-US"/>
              <a:t>BEGIN Pattern is followed by an action block that is executed before awk process any line from the input file.</a:t>
            </a:r>
            <a:endParaRPr/>
          </a:p>
          <a:p>
            <a:pPr indent="-170180" lvl="0" marL="342900" rtl="0" algn="l">
              <a:spcBef>
                <a:spcPts val="544"/>
              </a:spcBef>
              <a:spcAft>
                <a:spcPts val="0"/>
              </a:spcAft>
              <a:buClr>
                <a:srgbClr val="000000"/>
              </a:buClr>
              <a:buSzPct val="100000"/>
              <a:buNone/>
            </a:pPr>
            <a:r>
              <a:t/>
            </a:r>
            <a:endParaRPr/>
          </a:p>
          <a:p>
            <a:pPr indent="-342900" lvl="0" marL="342900" rtl="0" algn="l">
              <a:spcBef>
                <a:spcPts val="544"/>
              </a:spcBef>
              <a:spcAft>
                <a:spcPts val="0"/>
              </a:spcAft>
              <a:buClr>
                <a:srgbClr val="000000"/>
              </a:buClr>
              <a:buSzPct val="100000"/>
              <a:buChar char="•"/>
            </a:pPr>
            <a:r>
              <a:rPr lang="en-US"/>
              <a:t>BEGIN action is often used to change the value of the built-in variables, FS, RS, and so forth to assign initial values to user-defined variables and print headers of titles.</a:t>
            </a:r>
            <a:endParaRPr/>
          </a:p>
          <a:p>
            <a:pPr indent="0" lvl="0" marL="0" rtl="0" algn="l">
              <a:spcBef>
                <a:spcPts val="544"/>
              </a:spcBef>
              <a:spcAft>
                <a:spcPts val="0"/>
              </a:spcAft>
              <a:buClr>
                <a:srgbClr val="000000"/>
              </a:buClr>
              <a:buSzPct val="100000"/>
              <a:buNone/>
            </a:pPr>
            <a:r>
              <a:t/>
            </a:r>
            <a:endParaRPr/>
          </a:p>
          <a:p>
            <a:pPr indent="-342900" lvl="0" marL="342900" rtl="0" algn="l">
              <a:spcBef>
                <a:spcPts val="544"/>
              </a:spcBef>
              <a:spcAft>
                <a:spcPts val="0"/>
              </a:spcAft>
              <a:buClr>
                <a:srgbClr val="000000"/>
              </a:buClr>
              <a:buSzPct val="100000"/>
              <a:buChar char="•"/>
            </a:pPr>
            <a:r>
              <a:rPr lang="en-US"/>
              <a:t>Example</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$awk ‘BEGIN{FS=“:”; RS=“\n\n”} {print $1,$2,$3}’ myfile</a:t>
            </a:r>
            <a:endParaRPr>
              <a:latin typeface="Courier New"/>
              <a:ea typeface="Courier New"/>
              <a:cs typeface="Courier New"/>
              <a:sym typeface="Courier New"/>
            </a:endParaRPr>
          </a:p>
        </p:txBody>
      </p:sp>
      <p:sp>
        <p:nvSpPr>
          <p:cNvPr id="570" name="Google Shape;57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END Pattern</a:t>
            </a:r>
            <a:endParaRPr/>
          </a:p>
        </p:txBody>
      </p:sp>
      <p:sp>
        <p:nvSpPr>
          <p:cNvPr id="580" name="Google Shape;580;p5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000000"/>
              </a:buClr>
              <a:buSzPts val="3200"/>
              <a:buChar char="•"/>
            </a:pPr>
            <a:r>
              <a:rPr lang="en-US"/>
              <a:t>END patterns are handled after all lines of input have been processed.</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It does not match any input line</a:t>
            </a:r>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Example:</a:t>
            </a:r>
            <a:endParaRPr/>
          </a:p>
          <a:p>
            <a:pPr indent="0" lvl="0" marL="0" rtl="0" algn="l">
              <a:spcBef>
                <a:spcPts val="640"/>
              </a:spcBef>
              <a:spcAft>
                <a:spcPts val="0"/>
              </a:spcAft>
              <a:buClr>
                <a:srgbClr val="000000"/>
              </a:buClr>
              <a:buSzPts val="3200"/>
              <a:buNone/>
            </a:pPr>
            <a:r>
              <a:rPr lang="en-US"/>
              <a:t>To print the number of lines in a file</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$awk ‘END { print NR } ’ testfile</a:t>
            </a:r>
            <a:endParaRPr>
              <a:latin typeface="Courier New"/>
              <a:ea typeface="Courier New"/>
              <a:cs typeface="Courier New"/>
              <a:sym typeface="Courier New"/>
            </a:endParaRPr>
          </a:p>
          <a:p>
            <a:pPr indent="0" lvl="0" marL="0" rtl="0" algn="l">
              <a:spcBef>
                <a:spcPts val="640"/>
              </a:spcBef>
              <a:spcAft>
                <a:spcPts val="0"/>
              </a:spcAft>
              <a:buClr>
                <a:srgbClr val="000000"/>
              </a:buClr>
              <a:buSzPts val="3200"/>
              <a:buNone/>
            </a:pPr>
            <a:r>
              <a:t/>
            </a:r>
            <a:endParaRPr/>
          </a:p>
        </p:txBody>
      </p:sp>
      <p:sp>
        <p:nvSpPr>
          <p:cNvPr id="581" name="Google Shape;581;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xEl>
                                              <p:pRg end="0" st="0"/>
                                            </p:txEl>
                                          </p:spTgt>
                                        </p:tgtEl>
                                        <p:attrNameLst>
                                          <p:attrName>style.visibility</p:attrName>
                                        </p:attrNameLst>
                                      </p:cBhvr>
                                      <p:to>
                                        <p:strVal val="visible"/>
                                      </p:to>
                                    </p:set>
                                    <p:animEffect filter="fade" transition="in">
                                      <p:cBhvr>
                                        <p:cTn dur="500"/>
                                        <p:tgtEl>
                                          <p:spTgt spid="5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xEl>
                                              <p:pRg end="1" st="1"/>
                                            </p:txEl>
                                          </p:spTgt>
                                        </p:tgtEl>
                                        <p:attrNameLst>
                                          <p:attrName>style.visibility</p:attrName>
                                        </p:attrNameLst>
                                      </p:cBhvr>
                                      <p:to>
                                        <p:strVal val="visible"/>
                                      </p:to>
                                    </p:set>
                                    <p:animEffect filter="fade" transition="in">
                                      <p:cBhvr>
                                        <p:cTn dur="500"/>
                                        <p:tgtEl>
                                          <p:spTgt spid="5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xEl>
                                              <p:pRg end="2" st="2"/>
                                            </p:txEl>
                                          </p:spTgt>
                                        </p:tgtEl>
                                        <p:attrNameLst>
                                          <p:attrName>style.visibility</p:attrName>
                                        </p:attrNameLst>
                                      </p:cBhvr>
                                      <p:to>
                                        <p:strVal val="visible"/>
                                      </p:to>
                                    </p:set>
                                    <p:animEffect filter="fade" transition="in">
                                      <p:cBhvr>
                                        <p:cTn dur="500"/>
                                        <p:tgtEl>
                                          <p:spTgt spid="5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xEl>
                                              <p:pRg end="3" st="3"/>
                                            </p:txEl>
                                          </p:spTgt>
                                        </p:tgtEl>
                                        <p:attrNameLst>
                                          <p:attrName>style.visibility</p:attrName>
                                        </p:attrNameLst>
                                      </p:cBhvr>
                                      <p:to>
                                        <p:strVal val="visible"/>
                                      </p:to>
                                    </p:set>
                                    <p:animEffect filter="fade" transition="in">
                                      <p:cBhvr>
                                        <p:cTn dur="500"/>
                                        <p:tgtEl>
                                          <p:spTgt spid="5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xEl>
                                              <p:pRg end="4" st="4"/>
                                            </p:txEl>
                                          </p:spTgt>
                                        </p:tgtEl>
                                        <p:attrNameLst>
                                          <p:attrName>style.visibility</p:attrName>
                                        </p:attrNameLst>
                                      </p:cBhvr>
                                      <p:to>
                                        <p:strVal val="visible"/>
                                      </p:to>
                                    </p:set>
                                    <p:animEffect filter="fade" transition="in">
                                      <p:cBhvr>
                                        <p:cTn dur="500"/>
                                        <p:tgtEl>
                                          <p:spTgt spid="5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xEl>
                                              <p:pRg end="5" st="5"/>
                                            </p:txEl>
                                          </p:spTgt>
                                        </p:tgtEl>
                                        <p:attrNameLst>
                                          <p:attrName>style.visibility</p:attrName>
                                        </p:attrNameLst>
                                      </p:cBhvr>
                                      <p:to>
                                        <p:strVal val="visible"/>
                                      </p:to>
                                    </p:set>
                                    <p:animEffect filter="fade" transition="in">
                                      <p:cBhvr>
                                        <p:cTn dur="500"/>
                                        <p:tgtEl>
                                          <p:spTgt spid="5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xEl>
                                              <p:pRg end="6" st="6"/>
                                            </p:txEl>
                                          </p:spTgt>
                                        </p:tgtEl>
                                        <p:attrNameLst>
                                          <p:attrName>style.visibility</p:attrName>
                                        </p:attrNameLst>
                                      </p:cBhvr>
                                      <p:to>
                                        <p:strVal val="visible"/>
                                      </p:to>
                                    </p:set>
                                    <p:animEffect filter="fade" transition="in">
                                      <p:cBhvr>
                                        <p:cTn dur="500"/>
                                        <p:tgtEl>
                                          <p:spTgt spid="5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xEl>
                                              <p:pRg end="7" st="7"/>
                                            </p:txEl>
                                          </p:spTgt>
                                        </p:tgtEl>
                                        <p:attrNameLst>
                                          <p:attrName>style.visibility</p:attrName>
                                        </p:attrNameLst>
                                      </p:cBhvr>
                                      <p:to>
                                        <p:strVal val="visible"/>
                                      </p:to>
                                    </p:set>
                                    <p:animEffect filter="fade" transition="in">
                                      <p:cBhvr>
                                        <p:cTn dur="500"/>
                                        <p:tgtEl>
                                          <p:spTgt spid="58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1"/>
          <p:cNvSpPr/>
          <p:nvPr/>
        </p:nvSpPr>
        <p:spPr>
          <a:xfrm>
            <a:off x="303120" y="1422359"/>
            <a:ext cx="8021879" cy="454355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6800" lIns="90000" spcFirstLastPara="1" rIns="90000" wrap="square" tIns="46800">
            <a:noAutofit/>
          </a:bodyPr>
          <a:lstStyle/>
          <a:p>
            <a:pPr indent="-341280" lvl="0" marL="342720" marR="0" rtl="0" algn="l">
              <a:lnSpc>
                <a:spcPct val="8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condition expression1 ? expression2 :expression3</a:t>
            </a:r>
            <a:endParaRPr/>
          </a:p>
          <a:p>
            <a:pPr indent="-284040" lvl="1" marL="742680" marR="0" rtl="0" algn="l">
              <a:lnSpc>
                <a:spcPct val="80000"/>
              </a:lnSpc>
              <a:spcBef>
                <a:spcPts val="448"/>
              </a:spcBef>
              <a:spcAft>
                <a:spcPts val="0"/>
              </a:spcAft>
              <a:buClr>
                <a:schemeClr val="dk1"/>
              </a:buClr>
              <a:buSzPts val="1800"/>
              <a:buFont typeface="Calibri"/>
              <a:buNone/>
            </a:pPr>
            <a:r>
              <a:t/>
            </a:r>
            <a:endParaRPr b="0" i="0" sz="1800" u="none" cap="none" strike="noStrike">
              <a:solidFill>
                <a:srgbClr val="FFFFFF"/>
              </a:solidFill>
              <a:latin typeface="Courier New"/>
              <a:ea typeface="Courier New"/>
              <a:cs typeface="Courier New"/>
              <a:sym typeface="Courier New"/>
            </a:endParaRPr>
          </a:p>
          <a:p>
            <a:pPr indent="-284040" lvl="1" marL="742680" marR="0" rtl="0" algn="l">
              <a:lnSpc>
                <a:spcPct val="80000"/>
              </a:lnSpc>
              <a:spcBef>
                <a:spcPts val="400"/>
              </a:spcBef>
              <a:spcAft>
                <a:spcPts val="0"/>
              </a:spcAft>
              <a:buClr>
                <a:srgbClr val="FFFFFF"/>
              </a:buClr>
              <a:buSzPts val="1600"/>
              <a:buFont typeface="Courier New"/>
              <a:buNone/>
            </a:pPr>
            <a:r>
              <a:rPr b="0" i="0" lang="en-US" sz="1600" u="none" cap="none" strike="noStrike">
                <a:solidFill>
                  <a:srgbClr val="FFFFFF"/>
                </a:solidFill>
                <a:latin typeface="Courier New"/>
                <a:ea typeface="Courier New"/>
                <a:cs typeface="Courier New"/>
                <a:sym typeface="Courier New"/>
              </a:rPr>
              <a:t>if (expression1)</a:t>
            </a:r>
            <a:endParaRPr/>
          </a:p>
          <a:p>
            <a:pPr indent="-227159" lvl="2" marL="1143000" marR="0" rtl="0" algn="l">
              <a:lnSpc>
                <a:spcPct val="80000"/>
              </a:lnSpc>
              <a:spcBef>
                <a:spcPts val="400"/>
              </a:spcBef>
              <a:spcAft>
                <a:spcPts val="0"/>
              </a:spcAft>
              <a:buClr>
                <a:srgbClr val="FFFFFF"/>
              </a:buClr>
              <a:buSzPts val="1600"/>
              <a:buFont typeface="Courier New"/>
              <a:buNone/>
            </a:pPr>
            <a:r>
              <a:rPr b="0" i="0" lang="en-US" sz="1600" u="none" cap="none" strike="noStrike">
                <a:solidFill>
                  <a:srgbClr val="FFFFFF"/>
                </a:solidFill>
                <a:latin typeface="Courier New"/>
                <a:ea typeface="Courier New"/>
                <a:cs typeface="Courier New"/>
                <a:sym typeface="Courier New"/>
              </a:rPr>
              <a:t>expression2</a:t>
            </a:r>
            <a:endParaRPr/>
          </a:p>
          <a:p>
            <a:pPr indent="-284040" lvl="1" marL="742680" marR="0" rtl="0" algn="l">
              <a:lnSpc>
                <a:spcPct val="80000"/>
              </a:lnSpc>
              <a:spcBef>
                <a:spcPts val="400"/>
              </a:spcBef>
              <a:spcAft>
                <a:spcPts val="0"/>
              </a:spcAft>
              <a:buClr>
                <a:srgbClr val="FFFFFF"/>
              </a:buClr>
              <a:buSzPts val="1600"/>
              <a:buFont typeface="Courier New"/>
              <a:buNone/>
            </a:pPr>
            <a:r>
              <a:rPr b="0" i="0" lang="en-US" sz="1600" u="none" cap="none" strike="noStrike">
                <a:solidFill>
                  <a:srgbClr val="FFFFFF"/>
                </a:solidFill>
                <a:latin typeface="Courier New"/>
                <a:ea typeface="Courier New"/>
                <a:cs typeface="Courier New"/>
                <a:sym typeface="Courier New"/>
              </a:rPr>
              <a:t>else</a:t>
            </a:r>
            <a:endParaRPr/>
          </a:p>
          <a:p>
            <a:pPr indent="-227159" lvl="2" marL="1143000" marR="0" rtl="0" algn="l">
              <a:lnSpc>
                <a:spcPct val="80000"/>
              </a:lnSpc>
              <a:spcBef>
                <a:spcPts val="400"/>
              </a:spcBef>
              <a:spcAft>
                <a:spcPts val="0"/>
              </a:spcAft>
              <a:buClr>
                <a:srgbClr val="FFFFFF"/>
              </a:buClr>
              <a:buSzPts val="1600"/>
              <a:buFont typeface="Courier New"/>
              <a:buNone/>
            </a:pPr>
            <a:r>
              <a:rPr b="0" i="0" lang="en-US" sz="1600" u="none" cap="none" strike="noStrike">
                <a:solidFill>
                  <a:srgbClr val="FFFFFF"/>
                </a:solidFill>
                <a:latin typeface="Courier New"/>
                <a:ea typeface="Courier New"/>
                <a:cs typeface="Courier New"/>
                <a:sym typeface="Courier New"/>
              </a:rPr>
              <a:t>expression3</a:t>
            </a:r>
            <a:endParaRPr/>
          </a:p>
          <a:p>
            <a:pPr indent="-284040" lvl="1" marL="742680" marR="0" rtl="0" algn="l">
              <a:lnSpc>
                <a:spcPct val="80000"/>
              </a:lnSpc>
              <a:spcBef>
                <a:spcPts val="224"/>
              </a:spcBef>
              <a:spcAft>
                <a:spcPts val="0"/>
              </a:spcAft>
              <a:buClr>
                <a:schemeClr val="dk1"/>
              </a:buClr>
              <a:buSzPts val="900"/>
              <a:buFont typeface="Calibri"/>
              <a:buNone/>
            </a:pPr>
            <a:r>
              <a:t/>
            </a:r>
            <a:endParaRPr b="0" i="0" sz="900" u="none" cap="none" strike="noStrike">
              <a:solidFill>
                <a:srgbClr val="FFFFFF"/>
              </a:solidFill>
              <a:latin typeface="Courier New"/>
              <a:ea typeface="Courier New"/>
              <a:cs typeface="Courier New"/>
              <a:sym typeface="Courier New"/>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if (expression1){</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statement; statement;...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else if (expression2){</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statement; statement;...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else {</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statement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a:t>
            </a:r>
            <a:endParaRPr/>
          </a:p>
        </p:txBody>
      </p:sp>
      <p:sp>
        <p:nvSpPr>
          <p:cNvPr id="591" name="Google Shape;591;p51"/>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Conditional expressions</a:t>
            </a:r>
            <a:endParaRPr/>
          </a:p>
        </p:txBody>
      </p:sp>
      <p:sp>
        <p:nvSpPr>
          <p:cNvPr id="592" name="Google Shape;592;p51"/>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00"/>
              </a:buClr>
              <a:buSzPts val="3200"/>
              <a:buNone/>
            </a:pPr>
            <a:r>
              <a:rPr lang="en-US"/>
              <a:t>condition expression1 ? expression2 :expression3</a:t>
            </a:r>
            <a:endParaRPr/>
          </a:p>
          <a:p>
            <a:pPr indent="-139700" lvl="0" marL="34290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if (expression1)</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expression2</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else</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expression3</a:t>
            </a:r>
            <a:endParaRPr/>
          </a:p>
          <a:p>
            <a:pPr indent="-139700" lvl="0" marL="342900" rtl="0" algn="l">
              <a:spcBef>
                <a:spcPts val="640"/>
              </a:spcBef>
              <a:spcAft>
                <a:spcPts val="0"/>
              </a:spcAft>
              <a:buClr>
                <a:srgbClr val="000000"/>
              </a:buClr>
              <a:buSzPts val="3200"/>
              <a:buNone/>
            </a:pPr>
            <a:r>
              <a:t/>
            </a:r>
            <a:endParaRPr/>
          </a:p>
          <a:p>
            <a:pPr indent="-139700" lvl="0" marL="342900" rtl="0" algn="l">
              <a:spcBef>
                <a:spcPts val="640"/>
              </a:spcBef>
              <a:spcAft>
                <a:spcPts val="0"/>
              </a:spcAft>
              <a:buClr>
                <a:srgbClr val="000000"/>
              </a:buClr>
              <a:buSzPts val="3200"/>
              <a:buNone/>
            </a:pPr>
            <a:r>
              <a:t/>
            </a:r>
            <a:endParaRPr/>
          </a:p>
        </p:txBody>
      </p:sp>
      <p:sp>
        <p:nvSpPr>
          <p:cNvPr id="593" name="Google Shape;59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2"/>
          <p:cNvSpPr/>
          <p:nvPr/>
        </p:nvSpPr>
        <p:spPr>
          <a:xfrm>
            <a:off x="303120" y="1422359"/>
            <a:ext cx="8021879" cy="454355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6800" lIns="90000" spcFirstLastPara="1" rIns="90000" wrap="square" tIns="46800">
            <a:noAutofit/>
          </a:bodyPr>
          <a:lstStyle/>
          <a:p>
            <a:pPr indent="-341280" lvl="0" marL="342720" marR="0" rtl="0" algn="l">
              <a:lnSpc>
                <a:spcPct val="8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condition expression1 ? expression2 :expression3</a:t>
            </a:r>
            <a:endParaRPr/>
          </a:p>
          <a:p>
            <a:pPr indent="-284040" lvl="1" marL="742680" marR="0" rtl="0" algn="l">
              <a:lnSpc>
                <a:spcPct val="80000"/>
              </a:lnSpc>
              <a:spcBef>
                <a:spcPts val="448"/>
              </a:spcBef>
              <a:spcAft>
                <a:spcPts val="0"/>
              </a:spcAft>
              <a:buClr>
                <a:schemeClr val="dk1"/>
              </a:buClr>
              <a:buSzPts val="1800"/>
              <a:buFont typeface="Calibri"/>
              <a:buNone/>
            </a:pPr>
            <a:r>
              <a:t/>
            </a:r>
            <a:endParaRPr b="0" i="0" sz="1800" u="none" cap="none" strike="noStrike">
              <a:solidFill>
                <a:srgbClr val="FFFFFF"/>
              </a:solidFill>
              <a:latin typeface="Courier New"/>
              <a:ea typeface="Courier New"/>
              <a:cs typeface="Courier New"/>
              <a:sym typeface="Courier New"/>
            </a:endParaRPr>
          </a:p>
          <a:p>
            <a:pPr indent="-284040" lvl="1" marL="742680" marR="0" rtl="0" algn="l">
              <a:lnSpc>
                <a:spcPct val="80000"/>
              </a:lnSpc>
              <a:spcBef>
                <a:spcPts val="400"/>
              </a:spcBef>
              <a:spcAft>
                <a:spcPts val="0"/>
              </a:spcAft>
              <a:buClr>
                <a:srgbClr val="FFFFFF"/>
              </a:buClr>
              <a:buSzPts val="1600"/>
              <a:buFont typeface="Courier New"/>
              <a:buNone/>
            </a:pPr>
            <a:r>
              <a:rPr b="0" i="0" lang="en-US" sz="1600" u="none" cap="none" strike="noStrike">
                <a:solidFill>
                  <a:srgbClr val="FFFFFF"/>
                </a:solidFill>
                <a:latin typeface="Courier New"/>
                <a:ea typeface="Courier New"/>
                <a:cs typeface="Courier New"/>
                <a:sym typeface="Courier New"/>
              </a:rPr>
              <a:t>if (expression1)</a:t>
            </a:r>
            <a:endParaRPr/>
          </a:p>
          <a:p>
            <a:pPr indent="-227159" lvl="2" marL="1143000" marR="0" rtl="0" algn="l">
              <a:lnSpc>
                <a:spcPct val="80000"/>
              </a:lnSpc>
              <a:spcBef>
                <a:spcPts val="400"/>
              </a:spcBef>
              <a:spcAft>
                <a:spcPts val="0"/>
              </a:spcAft>
              <a:buClr>
                <a:srgbClr val="FFFFFF"/>
              </a:buClr>
              <a:buSzPts val="1600"/>
              <a:buFont typeface="Courier New"/>
              <a:buNone/>
            </a:pPr>
            <a:r>
              <a:rPr b="0" i="0" lang="en-US" sz="1600" u="none" cap="none" strike="noStrike">
                <a:solidFill>
                  <a:srgbClr val="FFFFFF"/>
                </a:solidFill>
                <a:latin typeface="Courier New"/>
                <a:ea typeface="Courier New"/>
                <a:cs typeface="Courier New"/>
                <a:sym typeface="Courier New"/>
              </a:rPr>
              <a:t>expression2</a:t>
            </a:r>
            <a:endParaRPr/>
          </a:p>
          <a:p>
            <a:pPr indent="-284040" lvl="1" marL="742680" marR="0" rtl="0" algn="l">
              <a:lnSpc>
                <a:spcPct val="80000"/>
              </a:lnSpc>
              <a:spcBef>
                <a:spcPts val="400"/>
              </a:spcBef>
              <a:spcAft>
                <a:spcPts val="0"/>
              </a:spcAft>
              <a:buClr>
                <a:srgbClr val="FFFFFF"/>
              </a:buClr>
              <a:buSzPts val="1600"/>
              <a:buFont typeface="Courier New"/>
              <a:buNone/>
            </a:pPr>
            <a:r>
              <a:rPr b="0" i="0" lang="en-US" sz="1600" u="none" cap="none" strike="noStrike">
                <a:solidFill>
                  <a:srgbClr val="FFFFFF"/>
                </a:solidFill>
                <a:latin typeface="Courier New"/>
                <a:ea typeface="Courier New"/>
                <a:cs typeface="Courier New"/>
                <a:sym typeface="Courier New"/>
              </a:rPr>
              <a:t>else</a:t>
            </a:r>
            <a:endParaRPr/>
          </a:p>
          <a:p>
            <a:pPr indent="-227159" lvl="2" marL="1143000" marR="0" rtl="0" algn="l">
              <a:lnSpc>
                <a:spcPct val="80000"/>
              </a:lnSpc>
              <a:spcBef>
                <a:spcPts val="400"/>
              </a:spcBef>
              <a:spcAft>
                <a:spcPts val="0"/>
              </a:spcAft>
              <a:buClr>
                <a:srgbClr val="FFFFFF"/>
              </a:buClr>
              <a:buSzPts val="1600"/>
              <a:buFont typeface="Courier New"/>
              <a:buNone/>
            </a:pPr>
            <a:r>
              <a:rPr b="0" i="0" lang="en-US" sz="1600" u="none" cap="none" strike="noStrike">
                <a:solidFill>
                  <a:srgbClr val="FFFFFF"/>
                </a:solidFill>
                <a:latin typeface="Courier New"/>
                <a:ea typeface="Courier New"/>
                <a:cs typeface="Courier New"/>
                <a:sym typeface="Courier New"/>
              </a:rPr>
              <a:t>expression3</a:t>
            </a:r>
            <a:endParaRPr/>
          </a:p>
          <a:p>
            <a:pPr indent="-284040" lvl="1" marL="742680" marR="0" rtl="0" algn="l">
              <a:lnSpc>
                <a:spcPct val="80000"/>
              </a:lnSpc>
              <a:spcBef>
                <a:spcPts val="224"/>
              </a:spcBef>
              <a:spcAft>
                <a:spcPts val="0"/>
              </a:spcAft>
              <a:buClr>
                <a:schemeClr val="dk1"/>
              </a:buClr>
              <a:buSzPts val="900"/>
              <a:buFont typeface="Calibri"/>
              <a:buNone/>
            </a:pPr>
            <a:r>
              <a:t/>
            </a:r>
            <a:endParaRPr b="0" i="0" sz="900" u="none" cap="none" strike="noStrike">
              <a:solidFill>
                <a:srgbClr val="FFFFFF"/>
              </a:solidFill>
              <a:latin typeface="Courier New"/>
              <a:ea typeface="Courier New"/>
              <a:cs typeface="Courier New"/>
              <a:sym typeface="Courier New"/>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if (expression1){</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statement; statement;...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else if (expression2){</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statement; statement;...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else {</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statement</a:t>
            </a:r>
            <a:endParaRPr/>
          </a:p>
          <a:p>
            <a:pPr indent="-284040" lvl="1" marL="742680" marR="0" rtl="0" algn="l">
              <a:lnSpc>
                <a:spcPct val="80000"/>
              </a:lnSpc>
              <a:spcBef>
                <a:spcPts val="448"/>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a:t>
            </a:r>
            <a:endParaRPr/>
          </a:p>
        </p:txBody>
      </p:sp>
      <p:sp>
        <p:nvSpPr>
          <p:cNvPr id="603" name="Google Shape;603;p52"/>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Conditional expressions</a:t>
            </a:r>
            <a:endParaRPr/>
          </a:p>
        </p:txBody>
      </p:sp>
      <p:sp>
        <p:nvSpPr>
          <p:cNvPr id="604" name="Google Shape;604;p52"/>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rgbClr val="000000"/>
              </a:buClr>
              <a:buSzPct val="100000"/>
              <a:buNone/>
            </a:pPr>
            <a:r>
              <a:rPr lang="en-US">
                <a:latin typeface="Courier New"/>
                <a:ea typeface="Courier New"/>
                <a:cs typeface="Courier New"/>
                <a:sym typeface="Courier New"/>
              </a:rPr>
              <a:t>if (expression1){</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statement; statement;...</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else if (expression2){</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statement; statement;...</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else {</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statement</a:t>
            </a:r>
            <a:endParaRPr/>
          </a:p>
          <a:p>
            <a:pPr indent="0" lvl="0" marL="0" rtl="0" algn="l">
              <a:spcBef>
                <a:spcPts val="592"/>
              </a:spcBef>
              <a:spcAft>
                <a:spcPts val="0"/>
              </a:spcAft>
              <a:buClr>
                <a:srgbClr val="000000"/>
              </a:buClr>
              <a:buSzPct val="100000"/>
              <a:buNone/>
            </a:pPr>
            <a:r>
              <a:rPr lang="en-US">
                <a:latin typeface="Courier New"/>
                <a:ea typeface="Courier New"/>
                <a:cs typeface="Courier New"/>
                <a:sym typeface="Courier New"/>
              </a:rPr>
              <a:t>}</a:t>
            </a:r>
            <a:endParaRPr/>
          </a:p>
          <a:p>
            <a:pPr indent="0" lvl="0" marL="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p:txBody>
      </p:sp>
      <p:sp>
        <p:nvSpPr>
          <p:cNvPr id="605" name="Google Shape;60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graphicFrame>
        <p:nvGraphicFramePr>
          <p:cNvPr id="614" name="Google Shape;614;p53"/>
          <p:cNvGraphicFramePr/>
          <p:nvPr/>
        </p:nvGraphicFramePr>
        <p:xfrm>
          <a:off x="467544" y="1556792"/>
          <a:ext cx="3000000" cy="3000000"/>
        </p:xfrm>
        <a:graphic>
          <a:graphicData uri="http://schemas.openxmlformats.org/drawingml/2006/table">
            <a:tbl>
              <a:tblPr firstRow="1">
                <a:noFill/>
                <a:tableStyleId>{BBFBB21A-BE24-49F8-A139-E109CC976D7E}</a:tableStyleId>
              </a:tblPr>
              <a:tblGrid>
                <a:gridCol w="2790750"/>
                <a:gridCol w="4914100"/>
              </a:tblGrid>
              <a:tr h="574550">
                <a:tc>
                  <a:txBody>
                    <a:bodyPr/>
                    <a:lstStyle/>
                    <a:p>
                      <a:pPr indent="0" lvl="0" marL="0" marR="0" rtl="0" algn="ctr">
                        <a:lnSpc>
                          <a:spcPct val="98000"/>
                        </a:lnSpc>
                        <a:spcBef>
                          <a:spcPts val="0"/>
                        </a:spcBef>
                        <a:spcAft>
                          <a:spcPts val="0"/>
                        </a:spcAft>
                        <a:buClr>
                          <a:schemeClr val="dk1"/>
                        </a:buClr>
                        <a:buSzPts val="2400"/>
                        <a:buFont typeface="Calibri"/>
                        <a:buNone/>
                      </a:pPr>
                      <a:r>
                        <a:rPr lang="en-US" sz="2400" u="none" cap="none" strike="noStrike"/>
                        <a:t>Operator</a:t>
                      </a:r>
                      <a:endParaRPr b="1" sz="2400" u="none" cap="none" strike="noStrike">
                        <a:solidFill>
                          <a:srgbClr val="FFFFFF"/>
                        </a:solidFill>
                        <a:latin typeface="Arial"/>
                        <a:ea typeface="Arial"/>
                        <a:cs typeface="Arial"/>
                        <a:sym typeface="Arial"/>
                      </a:endParaRPr>
                    </a:p>
                  </a:txBody>
                  <a:tcPr marT="45725" marB="45725" marR="91450" marL="91450" anchor="ctr"/>
                </a:tc>
                <a:tc>
                  <a:txBody>
                    <a:bodyPr/>
                    <a:lstStyle/>
                    <a:p>
                      <a:pPr indent="0" lvl="0" marL="0" marR="0" rtl="0" algn="ctr">
                        <a:lnSpc>
                          <a:spcPct val="98000"/>
                        </a:lnSpc>
                        <a:spcBef>
                          <a:spcPts val="0"/>
                        </a:spcBef>
                        <a:spcAft>
                          <a:spcPts val="0"/>
                        </a:spcAft>
                        <a:buClr>
                          <a:schemeClr val="dk1"/>
                        </a:buClr>
                        <a:buSzPts val="2400"/>
                        <a:buFont typeface="Calibri"/>
                        <a:buNone/>
                      </a:pPr>
                      <a:r>
                        <a:rPr lang="en-US" sz="2400" u="none" cap="none" strike="noStrike"/>
                        <a:t>Meaning</a:t>
                      </a:r>
                      <a:endParaRPr b="1" sz="2400" u="none" cap="none" strike="noStrike">
                        <a:solidFill>
                          <a:srgbClr val="FFFFFF"/>
                        </a:solidFill>
                        <a:latin typeface="Arial"/>
                        <a:ea typeface="Arial"/>
                        <a:cs typeface="Arial"/>
                        <a:sym typeface="Arial"/>
                      </a:endParaRPr>
                    </a:p>
                  </a:txBody>
                  <a:tcPr marT="45725" marB="45725" marR="91450" marL="91450" anchor="ctr"/>
                </a:tc>
              </a:tr>
              <a:tr h="504725">
                <a:tc>
                  <a:txBody>
                    <a:bodyPr/>
                    <a:lstStyle/>
                    <a:p>
                      <a:pPr indent="0" lvl="0" marL="0" marR="0" rtl="0" algn="l">
                        <a:lnSpc>
                          <a:spcPct val="94000"/>
                        </a:lnSpc>
                        <a:spcBef>
                          <a:spcPts val="0"/>
                        </a:spcBef>
                        <a:spcAft>
                          <a:spcPts val="0"/>
                        </a:spcAft>
                        <a:buClr>
                          <a:schemeClr val="dk1"/>
                        </a:buClr>
                        <a:buSzPts val="2400"/>
                        <a:buFont typeface="Calibri"/>
                        <a:buNone/>
                      </a:pPr>
                      <a:r>
                        <a:rPr lang="en-US" sz="2400" u="none" cap="none" strike="noStrike"/>
                        <a:t>&lt;</a:t>
                      </a:r>
                      <a:endParaRPr sz="24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8000"/>
                        </a:lnSpc>
                        <a:spcBef>
                          <a:spcPts val="0"/>
                        </a:spcBef>
                        <a:spcAft>
                          <a:spcPts val="0"/>
                        </a:spcAft>
                        <a:buClr>
                          <a:schemeClr val="dk1"/>
                        </a:buClr>
                        <a:buSzPts val="2400"/>
                        <a:buFont typeface="Calibri"/>
                        <a:buNone/>
                      </a:pPr>
                      <a:r>
                        <a:rPr lang="en-US" sz="2400" u="none" cap="none" strike="noStrike"/>
                        <a:t>Less than</a:t>
                      </a:r>
                      <a:endParaRPr sz="2400" u="none" cap="none" strike="noStrike">
                        <a:solidFill>
                          <a:srgbClr val="FFFFFF"/>
                        </a:solidFill>
                        <a:latin typeface="Arial"/>
                        <a:ea typeface="Arial"/>
                        <a:cs typeface="Arial"/>
                        <a:sym typeface="Arial"/>
                      </a:endParaRPr>
                    </a:p>
                  </a:txBody>
                  <a:tcPr marT="45725" marB="45725" marR="91450" marL="91450"/>
                </a:tc>
              </a:tr>
              <a:tr h="439925">
                <a:tc>
                  <a:txBody>
                    <a:bodyPr/>
                    <a:lstStyle/>
                    <a:p>
                      <a:pPr indent="0" lvl="0" marL="0" marR="0" rtl="0" algn="l">
                        <a:lnSpc>
                          <a:spcPct val="94000"/>
                        </a:lnSpc>
                        <a:spcBef>
                          <a:spcPts val="0"/>
                        </a:spcBef>
                        <a:spcAft>
                          <a:spcPts val="0"/>
                        </a:spcAft>
                        <a:buClr>
                          <a:schemeClr val="dk1"/>
                        </a:buClr>
                        <a:buSzPts val="2400"/>
                        <a:buFont typeface="Calibri"/>
                        <a:buNone/>
                      </a:pPr>
                      <a:r>
                        <a:rPr lang="en-US" sz="2400" u="none" cap="none" strike="noStrike"/>
                        <a:t>&lt;=</a:t>
                      </a:r>
                      <a:endParaRPr sz="24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8000"/>
                        </a:lnSpc>
                        <a:spcBef>
                          <a:spcPts val="0"/>
                        </a:spcBef>
                        <a:spcAft>
                          <a:spcPts val="0"/>
                        </a:spcAft>
                        <a:buClr>
                          <a:schemeClr val="dk1"/>
                        </a:buClr>
                        <a:buSzPts val="2400"/>
                        <a:buFont typeface="Calibri"/>
                        <a:buNone/>
                      </a:pPr>
                      <a:r>
                        <a:rPr lang="en-US" sz="2400" u="none" cap="none" strike="noStrike"/>
                        <a:t>Less than and equal</a:t>
                      </a:r>
                      <a:endParaRPr sz="2400" u="none" cap="none" strike="noStrike">
                        <a:solidFill>
                          <a:srgbClr val="FFFFFF"/>
                        </a:solidFill>
                        <a:latin typeface="Arial"/>
                        <a:ea typeface="Arial"/>
                        <a:cs typeface="Arial"/>
                        <a:sym typeface="Arial"/>
                      </a:endParaRPr>
                    </a:p>
                  </a:txBody>
                  <a:tcPr marT="45725" marB="45725" marR="91450" marL="91450"/>
                </a:tc>
              </a:tr>
              <a:tr h="412550">
                <a:tc>
                  <a:txBody>
                    <a:bodyPr/>
                    <a:lstStyle/>
                    <a:p>
                      <a:pPr indent="0" lvl="0" marL="0" marR="0" rtl="0" algn="l">
                        <a:lnSpc>
                          <a:spcPct val="94000"/>
                        </a:lnSpc>
                        <a:spcBef>
                          <a:spcPts val="0"/>
                        </a:spcBef>
                        <a:spcAft>
                          <a:spcPts val="0"/>
                        </a:spcAft>
                        <a:buClr>
                          <a:schemeClr val="dk1"/>
                        </a:buClr>
                        <a:buSzPts val="2400"/>
                        <a:buFont typeface="Calibri"/>
                        <a:buNone/>
                      </a:pPr>
                      <a:r>
                        <a:rPr lang="en-US" sz="2400" u="none" cap="none" strike="noStrike"/>
                        <a:t>==</a:t>
                      </a:r>
                      <a:endParaRPr sz="24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8000"/>
                        </a:lnSpc>
                        <a:spcBef>
                          <a:spcPts val="0"/>
                        </a:spcBef>
                        <a:spcAft>
                          <a:spcPts val="0"/>
                        </a:spcAft>
                        <a:buClr>
                          <a:schemeClr val="dk1"/>
                        </a:buClr>
                        <a:buSzPts val="2400"/>
                        <a:buFont typeface="Calibri"/>
                        <a:buNone/>
                      </a:pPr>
                      <a:r>
                        <a:rPr lang="en-US" sz="2400" u="none" cap="none" strike="noStrike"/>
                        <a:t>Equal to</a:t>
                      </a:r>
                      <a:endParaRPr sz="2400" u="none" cap="none" strike="noStrike">
                        <a:solidFill>
                          <a:srgbClr val="FFFFFF"/>
                        </a:solidFill>
                        <a:latin typeface="Arial"/>
                        <a:ea typeface="Arial"/>
                        <a:cs typeface="Arial"/>
                        <a:sym typeface="Arial"/>
                      </a:endParaRPr>
                    </a:p>
                  </a:txBody>
                  <a:tcPr marT="45725" marB="45725" marR="91450" marL="91450"/>
                </a:tc>
              </a:tr>
              <a:tr h="416150">
                <a:tc>
                  <a:txBody>
                    <a:bodyPr/>
                    <a:lstStyle/>
                    <a:p>
                      <a:pPr indent="0" lvl="0" marL="0" marR="0" rtl="0" algn="l">
                        <a:lnSpc>
                          <a:spcPct val="94000"/>
                        </a:lnSpc>
                        <a:spcBef>
                          <a:spcPts val="0"/>
                        </a:spcBef>
                        <a:spcAft>
                          <a:spcPts val="0"/>
                        </a:spcAft>
                        <a:buClr>
                          <a:schemeClr val="dk1"/>
                        </a:buClr>
                        <a:buSzPts val="2400"/>
                        <a:buFont typeface="Calibri"/>
                        <a:buNone/>
                      </a:pPr>
                      <a:r>
                        <a:rPr lang="en-US" sz="2400" u="none" cap="none" strike="noStrike"/>
                        <a:t>!=</a:t>
                      </a:r>
                      <a:endParaRPr sz="24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8000"/>
                        </a:lnSpc>
                        <a:spcBef>
                          <a:spcPts val="0"/>
                        </a:spcBef>
                        <a:spcAft>
                          <a:spcPts val="0"/>
                        </a:spcAft>
                        <a:buClr>
                          <a:schemeClr val="dk1"/>
                        </a:buClr>
                        <a:buSzPts val="2400"/>
                        <a:buFont typeface="Calibri"/>
                        <a:buNone/>
                      </a:pPr>
                      <a:r>
                        <a:rPr lang="en-US" sz="2400" u="none" cap="none" strike="noStrike"/>
                        <a:t>Not equal to</a:t>
                      </a:r>
                      <a:endParaRPr sz="2400" u="none" cap="none" strike="noStrike">
                        <a:solidFill>
                          <a:srgbClr val="FFFFFF"/>
                        </a:solidFill>
                        <a:latin typeface="Arial"/>
                        <a:ea typeface="Arial"/>
                        <a:cs typeface="Arial"/>
                        <a:sym typeface="Arial"/>
                      </a:endParaRPr>
                    </a:p>
                  </a:txBody>
                  <a:tcPr marT="45725" marB="45725" marR="91450" marL="91450"/>
                </a:tc>
              </a:tr>
              <a:tr h="414000">
                <a:tc>
                  <a:txBody>
                    <a:bodyPr/>
                    <a:lstStyle/>
                    <a:p>
                      <a:pPr indent="0" lvl="0" marL="0" marR="0" rtl="0" algn="l">
                        <a:lnSpc>
                          <a:spcPct val="94000"/>
                        </a:lnSpc>
                        <a:spcBef>
                          <a:spcPts val="0"/>
                        </a:spcBef>
                        <a:spcAft>
                          <a:spcPts val="0"/>
                        </a:spcAft>
                        <a:buClr>
                          <a:schemeClr val="dk1"/>
                        </a:buClr>
                        <a:buSzPts val="2400"/>
                        <a:buFont typeface="Calibri"/>
                        <a:buNone/>
                      </a:pPr>
                      <a:r>
                        <a:rPr lang="en-US" sz="2400" u="none" cap="none" strike="noStrike"/>
                        <a:t>&gt;=</a:t>
                      </a:r>
                      <a:endParaRPr sz="24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8000"/>
                        </a:lnSpc>
                        <a:spcBef>
                          <a:spcPts val="0"/>
                        </a:spcBef>
                        <a:spcAft>
                          <a:spcPts val="0"/>
                        </a:spcAft>
                        <a:buClr>
                          <a:schemeClr val="dk1"/>
                        </a:buClr>
                        <a:buSzPts val="2400"/>
                        <a:buFont typeface="Calibri"/>
                        <a:buNone/>
                      </a:pPr>
                      <a:r>
                        <a:rPr lang="en-US" sz="2400" u="none" cap="none" strike="noStrike"/>
                        <a:t>Greater than and equal</a:t>
                      </a:r>
                      <a:endParaRPr sz="2400" u="none" cap="none" strike="noStrike">
                        <a:solidFill>
                          <a:srgbClr val="FFFFFF"/>
                        </a:solidFill>
                        <a:latin typeface="Arial"/>
                        <a:ea typeface="Arial"/>
                        <a:cs typeface="Arial"/>
                        <a:sym typeface="Arial"/>
                      </a:endParaRPr>
                    </a:p>
                  </a:txBody>
                  <a:tcPr marT="45725" marB="45725" marR="91450" marL="91450"/>
                </a:tc>
              </a:tr>
              <a:tr h="414350">
                <a:tc>
                  <a:txBody>
                    <a:bodyPr/>
                    <a:lstStyle/>
                    <a:p>
                      <a:pPr indent="0" lvl="0" marL="0" marR="0" rtl="0" algn="l">
                        <a:lnSpc>
                          <a:spcPct val="94000"/>
                        </a:lnSpc>
                        <a:spcBef>
                          <a:spcPts val="0"/>
                        </a:spcBef>
                        <a:spcAft>
                          <a:spcPts val="0"/>
                        </a:spcAft>
                        <a:buClr>
                          <a:schemeClr val="dk1"/>
                        </a:buClr>
                        <a:buSzPts val="2400"/>
                        <a:buFont typeface="Calibri"/>
                        <a:buNone/>
                      </a:pPr>
                      <a:r>
                        <a:rPr lang="en-US" sz="2400" u="none" cap="none" strike="noStrike"/>
                        <a:t>&gt;</a:t>
                      </a:r>
                      <a:endParaRPr sz="24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8000"/>
                        </a:lnSpc>
                        <a:spcBef>
                          <a:spcPts val="0"/>
                        </a:spcBef>
                        <a:spcAft>
                          <a:spcPts val="0"/>
                        </a:spcAft>
                        <a:buClr>
                          <a:schemeClr val="dk1"/>
                        </a:buClr>
                        <a:buSzPts val="2400"/>
                        <a:buFont typeface="Calibri"/>
                        <a:buNone/>
                      </a:pPr>
                      <a:r>
                        <a:rPr lang="en-US" sz="2400" u="none" cap="none" strike="noStrike"/>
                        <a:t>Greater than</a:t>
                      </a:r>
                      <a:endParaRPr sz="2400" u="none" cap="none" strike="noStrike">
                        <a:solidFill>
                          <a:srgbClr val="FFFFFF"/>
                        </a:solidFill>
                        <a:latin typeface="Arial"/>
                        <a:ea typeface="Arial"/>
                        <a:cs typeface="Arial"/>
                        <a:sym typeface="Arial"/>
                      </a:endParaRPr>
                    </a:p>
                  </a:txBody>
                  <a:tcPr marT="45725" marB="45725" marR="91450" marL="91450"/>
                </a:tc>
              </a:tr>
              <a:tr h="642950">
                <a:tc>
                  <a:txBody>
                    <a:bodyPr/>
                    <a:lstStyle/>
                    <a:p>
                      <a:pPr indent="0" lvl="0" marL="0" marR="0" rtl="0" algn="l">
                        <a:lnSpc>
                          <a:spcPct val="94000"/>
                        </a:lnSpc>
                        <a:spcBef>
                          <a:spcPts val="0"/>
                        </a:spcBef>
                        <a:spcAft>
                          <a:spcPts val="0"/>
                        </a:spcAft>
                        <a:buClr>
                          <a:schemeClr val="dk1"/>
                        </a:buClr>
                        <a:buSzPts val="2400"/>
                        <a:buFont typeface="Calibri"/>
                        <a:buNone/>
                      </a:pPr>
                      <a:r>
                        <a:rPr lang="en-US" sz="2400" u="none" cap="none" strike="noStrike"/>
                        <a:t>~</a:t>
                      </a:r>
                      <a:endParaRPr sz="24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8000"/>
                        </a:lnSpc>
                        <a:spcBef>
                          <a:spcPts val="0"/>
                        </a:spcBef>
                        <a:spcAft>
                          <a:spcPts val="0"/>
                        </a:spcAft>
                        <a:buClr>
                          <a:schemeClr val="dk1"/>
                        </a:buClr>
                        <a:buSzPts val="2400"/>
                        <a:buFont typeface="Calibri"/>
                        <a:buNone/>
                      </a:pPr>
                      <a:r>
                        <a:rPr lang="en-US" sz="2400" u="none" cap="none" strike="noStrike"/>
                        <a:t>Match regular expression</a:t>
                      </a:r>
                      <a:endParaRPr sz="2400" u="none" cap="none" strike="noStrike">
                        <a:solidFill>
                          <a:srgbClr val="FFFFFF"/>
                        </a:solidFill>
                        <a:latin typeface="Arial"/>
                        <a:ea typeface="Arial"/>
                        <a:cs typeface="Arial"/>
                        <a:sym typeface="Arial"/>
                      </a:endParaRPr>
                    </a:p>
                  </a:txBody>
                  <a:tcPr marT="45725" marB="45725" marR="91450" marL="91450"/>
                </a:tc>
              </a:tr>
              <a:tr h="642950">
                <a:tc>
                  <a:txBody>
                    <a:bodyPr/>
                    <a:lstStyle/>
                    <a:p>
                      <a:pPr indent="0" lvl="0" marL="0" marR="0" rtl="0" algn="l">
                        <a:lnSpc>
                          <a:spcPct val="94000"/>
                        </a:lnSpc>
                        <a:spcBef>
                          <a:spcPts val="0"/>
                        </a:spcBef>
                        <a:spcAft>
                          <a:spcPts val="0"/>
                        </a:spcAft>
                        <a:buClr>
                          <a:schemeClr val="dk1"/>
                        </a:buClr>
                        <a:buSzPts val="2400"/>
                        <a:buFont typeface="Calibri"/>
                        <a:buNone/>
                      </a:pPr>
                      <a:r>
                        <a:rPr lang="en-US" sz="2400" u="none" cap="none" strike="noStrike"/>
                        <a:t>!~</a:t>
                      </a:r>
                      <a:endParaRPr sz="2400" u="none" cap="none" strike="noStrike">
                        <a:solidFill>
                          <a:srgbClr val="FFFFFF"/>
                        </a:solidFill>
                        <a:latin typeface="Courier New"/>
                        <a:ea typeface="Courier New"/>
                        <a:cs typeface="Courier New"/>
                        <a:sym typeface="Courier New"/>
                      </a:endParaRPr>
                    </a:p>
                  </a:txBody>
                  <a:tcPr marT="45725" marB="45725" marR="91450" marL="91450"/>
                </a:tc>
                <a:tc>
                  <a:txBody>
                    <a:bodyPr/>
                    <a:lstStyle/>
                    <a:p>
                      <a:pPr indent="0" lvl="0" marL="0" marR="0" rtl="0" algn="l">
                        <a:lnSpc>
                          <a:spcPct val="98000"/>
                        </a:lnSpc>
                        <a:spcBef>
                          <a:spcPts val="0"/>
                        </a:spcBef>
                        <a:spcAft>
                          <a:spcPts val="0"/>
                        </a:spcAft>
                        <a:buClr>
                          <a:schemeClr val="dk1"/>
                        </a:buClr>
                        <a:buSzPts val="2400"/>
                        <a:buFont typeface="Calibri"/>
                        <a:buNone/>
                      </a:pPr>
                      <a:r>
                        <a:rPr lang="en-US" sz="2400" u="none" cap="none" strike="noStrike"/>
                        <a:t>Not matched by regular expression</a:t>
                      </a:r>
                      <a:endParaRPr sz="2400" u="none" cap="none" strike="noStrike">
                        <a:solidFill>
                          <a:srgbClr val="FFFFFF"/>
                        </a:solidFill>
                        <a:latin typeface="Arial"/>
                        <a:ea typeface="Arial"/>
                        <a:cs typeface="Arial"/>
                        <a:sym typeface="Arial"/>
                      </a:endParaRPr>
                    </a:p>
                  </a:txBody>
                  <a:tcPr marT="45725" marB="45725" marR="91450" marL="91450"/>
                </a:tc>
              </a:tr>
            </a:tbl>
          </a:graphicData>
        </a:graphic>
      </p:graphicFrame>
      <p:sp>
        <p:nvSpPr>
          <p:cNvPr id="615" name="Google Shape;615;p5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Relational Operators</a:t>
            </a:r>
            <a:endParaRPr/>
          </a:p>
        </p:txBody>
      </p:sp>
      <p:sp>
        <p:nvSpPr>
          <p:cNvPr id="616" name="Google Shape;616;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Loops</a:t>
            </a:r>
            <a:endParaRPr/>
          </a:p>
        </p:txBody>
      </p:sp>
      <p:sp>
        <p:nvSpPr>
          <p:cNvPr id="626" name="Google Shape;626;p54"/>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while Loop</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$awk –F: ’{i=1; while (i&lt;NF) {print NF,$i;i++}}’ /etc/passwd</a:t>
            </a:r>
            <a:endParaRPr>
              <a:latin typeface="Courier New"/>
              <a:ea typeface="Courier New"/>
              <a:cs typeface="Courier New"/>
              <a:sym typeface="Courier New"/>
            </a:endParaRPr>
          </a:p>
          <a:p>
            <a:pPr indent="-139700" lvl="0" marL="342900" rtl="0" algn="l">
              <a:spcBef>
                <a:spcPts val="640"/>
              </a:spcBef>
              <a:spcAft>
                <a:spcPts val="0"/>
              </a:spcAft>
              <a:buClr>
                <a:srgbClr val="000000"/>
              </a:buClr>
              <a:buSzPts val="3200"/>
              <a:buNone/>
            </a:pPr>
            <a:r>
              <a:t/>
            </a:r>
            <a:endParaRPr/>
          </a:p>
          <a:p>
            <a:pPr indent="-342900" lvl="0" marL="342900" rtl="0" algn="l">
              <a:spcBef>
                <a:spcPts val="640"/>
              </a:spcBef>
              <a:spcAft>
                <a:spcPts val="0"/>
              </a:spcAft>
              <a:buClr>
                <a:srgbClr val="000000"/>
              </a:buClr>
              <a:buSzPts val="3200"/>
              <a:buChar char="•"/>
            </a:pPr>
            <a:r>
              <a:rPr lang="en-US"/>
              <a:t>For Loop</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$awk ‘{for ( i=1 ; i&lt;NF; i++) print NF,$i}’ /etc/passwd</a:t>
            </a:r>
            <a:endParaRPr>
              <a:latin typeface="Courier New"/>
              <a:ea typeface="Courier New"/>
              <a:cs typeface="Courier New"/>
              <a:sym typeface="Courier New"/>
            </a:endParaRPr>
          </a:p>
        </p:txBody>
      </p:sp>
      <p:sp>
        <p:nvSpPr>
          <p:cNvPr id="627" name="Google Shape;62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5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 (cont.)</a:t>
            </a:r>
            <a:endParaRPr/>
          </a:p>
        </p:txBody>
      </p:sp>
      <p:sp>
        <p:nvSpPr>
          <p:cNvPr id="637" name="Google Shape;637;p55"/>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rgbClr val="000000"/>
              </a:buClr>
              <a:buSzPct val="100000"/>
              <a:buChar char="•"/>
            </a:pPr>
            <a:r>
              <a:rPr lang="en-US"/>
              <a:t>The variable max value is set according to compression between the first 2 fields:</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 awk ‘{if ($1&gt;$2)</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	max=$1;</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else</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	max=$2;</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print max}’ testing</a:t>
            </a:r>
            <a:endParaRPr/>
          </a:p>
          <a:p>
            <a:pPr indent="-170180" lvl="0" marL="342900" rtl="0" algn="l">
              <a:spcBef>
                <a:spcPts val="544"/>
              </a:spcBef>
              <a:spcAft>
                <a:spcPts val="0"/>
              </a:spcAft>
              <a:buClr>
                <a:srgbClr val="000000"/>
              </a:buClr>
              <a:buSzPct val="100000"/>
              <a:buNone/>
            </a:pPr>
            <a:r>
              <a:t/>
            </a:r>
            <a:endParaRPr/>
          </a:p>
          <a:p>
            <a:pPr indent="-342900" lvl="0" marL="342900" rtl="0" algn="l">
              <a:spcBef>
                <a:spcPts val="544"/>
              </a:spcBef>
              <a:spcAft>
                <a:spcPts val="0"/>
              </a:spcAft>
              <a:buClr>
                <a:srgbClr val="000000"/>
              </a:buClr>
              <a:buSzPct val="100000"/>
              <a:buChar char="•"/>
            </a:pPr>
            <a:r>
              <a:rPr lang="en-US"/>
              <a:t>Arithmetical Operations</a:t>
            </a:r>
            <a:endParaRPr/>
          </a:p>
          <a:p>
            <a:pPr indent="0" lvl="0" marL="0" rtl="0" algn="l">
              <a:spcBef>
                <a:spcPts val="544"/>
              </a:spcBef>
              <a:spcAft>
                <a:spcPts val="0"/>
              </a:spcAft>
              <a:buClr>
                <a:srgbClr val="000000"/>
              </a:buClr>
              <a:buSzPct val="100000"/>
              <a:buNone/>
            </a:pPr>
            <a:r>
              <a:rPr lang="en-US">
                <a:latin typeface="Courier New"/>
                <a:ea typeface="Courier New"/>
                <a:cs typeface="Courier New"/>
                <a:sym typeface="Courier New"/>
              </a:rPr>
              <a:t>$ awk ‘{if ($1*$2&gt;100) print $0}’ testing</a:t>
            </a:r>
            <a:endParaRPr/>
          </a:p>
          <a:p>
            <a:pPr indent="-170180" lvl="0" marL="342900" rtl="0" algn="l">
              <a:spcBef>
                <a:spcPts val="544"/>
              </a:spcBef>
              <a:spcAft>
                <a:spcPts val="0"/>
              </a:spcAft>
              <a:buClr>
                <a:srgbClr val="000000"/>
              </a:buClr>
              <a:buSzPct val="100000"/>
              <a:buNone/>
            </a:pPr>
            <a:r>
              <a:t/>
            </a:r>
            <a:endParaRPr/>
          </a:p>
        </p:txBody>
      </p:sp>
      <p:sp>
        <p:nvSpPr>
          <p:cNvPr id="638" name="Google Shape;638;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5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 (cont.)</a:t>
            </a:r>
            <a:endParaRPr/>
          </a:p>
        </p:txBody>
      </p:sp>
      <p:sp>
        <p:nvSpPr>
          <p:cNvPr id="648" name="Google Shape;648;p56"/>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To display line 4 and 5 only</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$awk ‘{if (NR==4 || NR==5)</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print NR”:”$0</a:t>
            </a:r>
            <a:endParaRPr/>
          </a:p>
          <a:p>
            <a:pPr indent="0" lvl="0" marL="0" rtl="0" algn="l">
              <a:spcBef>
                <a:spcPts val="640"/>
              </a:spcBef>
              <a:spcAft>
                <a:spcPts val="0"/>
              </a:spcAft>
              <a:buClr>
                <a:srgbClr val="000000"/>
              </a:buClr>
              <a:buSzPts val="3200"/>
              <a:buNone/>
            </a:pPr>
            <a:r>
              <a:rPr lang="en-US">
                <a:latin typeface="Courier New"/>
                <a:ea typeface="Courier New"/>
                <a:cs typeface="Courier New"/>
                <a:sym typeface="Courier New"/>
              </a:rPr>
              <a:t>}’ /etc/passwd</a:t>
            </a:r>
            <a:endParaRPr>
              <a:latin typeface="Courier New"/>
              <a:ea typeface="Courier New"/>
              <a:cs typeface="Courier New"/>
              <a:sym typeface="Courier New"/>
            </a:endParaRPr>
          </a:p>
          <a:p>
            <a:pPr indent="-139700" lvl="0" marL="342900" rtl="0" algn="l">
              <a:spcBef>
                <a:spcPts val="640"/>
              </a:spcBef>
              <a:spcAft>
                <a:spcPts val="0"/>
              </a:spcAft>
              <a:buClr>
                <a:srgbClr val="000000"/>
              </a:buClr>
              <a:buSzPts val="3200"/>
              <a:buNone/>
            </a:pPr>
            <a:r>
              <a:t/>
            </a:r>
            <a:endParaRPr/>
          </a:p>
        </p:txBody>
      </p:sp>
      <p:sp>
        <p:nvSpPr>
          <p:cNvPr id="649" name="Google Shape;649;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7"/>
          <p:cNvSpPr txBox="1"/>
          <p:nvPr>
            <p:ph type="title"/>
          </p:nvPr>
        </p:nvSpPr>
        <p:spPr>
          <a:xfrm>
            <a:off x="323528" y="3212977"/>
            <a:ext cx="8424936" cy="1728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4400"/>
              <a:buFont typeface="Calibri"/>
              <a:buNone/>
            </a:pPr>
            <a:r>
              <a:rPr lang="en-US"/>
              <a:t>SBAHADER@GMAIL.COM</a:t>
            </a:r>
            <a:endParaRPr/>
          </a:p>
        </p:txBody>
      </p:sp>
      <p:sp>
        <p:nvSpPr>
          <p:cNvPr id="655" name="Google Shape;655;p57"/>
          <p:cNvSpPr txBox="1"/>
          <p:nvPr>
            <p:ph idx="1" type="body"/>
          </p:nvPr>
        </p:nvSpPr>
        <p:spPr>
          <a:xfrm>
            <a:off x="323528" y="2078907"/>
            <a:ext cx="8424936" cy="113407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EC8D8C"/>
              </a:buClr>
              <a:buSzPts val="2000"/>
              <a:buNone/>
            </a:pPr>
            <a:r>
              <a:rPr lang="en-US"/>
              <a:t>Thanks ☺</a:t>
            </a:r>
            <a:endParaRPr/>
          </a:p>
        </p:txBody>
      </p:sp>
      <p:sp>
        <p:nvSpPr>
          <p:cNvPr id="656" name="Google Shape;656;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Red">
      <a:dk1>
        <a:srgbClr val="E5332E"/>
      </a:dk1>
      <a:lt1>
        <a:srgbClr val="FFFFFF"/>
      </a:lt1>
      <a:dk2>
        <a:srgbClr val="027AFF"/>
      </a:dk2>
      <a:lt2>
        <a:srgbClr val="EEECE1"/>
      </a:lt2>
      <a:accent1>
        <a:srgbClr val="027AFF"/>
      </a:accent1>
      <a:accent2>
        <a:srgbClr val="E5332E"/>
      </a:accent2>
      <a:accent3>
        <a:srgbClr val="9BBB59"/>
      </a:accent3>
      <a:accent4>
        <a:srgbClr val="FFFC00"/>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2013-09-11T13:33:20Z</dcterms:created>
  <dc:creator>OS-islam</dc:creator>
</cp:coreProperties>
</file>