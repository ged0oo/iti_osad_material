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9144000"/>
  <p:notesSz cx="6858000" cy="9144000"/>
  <p:embeddedFontLst>
    <p:embeddedFont>
      <p:font typeface="Quattrocento Sans"/>
      <p:regular r:id="rId40"/>
      <p:bold r:id="rId41"/>
      <p:italic r:id="rId42"/>
      <p:boldItalic r:id="rId43"/>
    </p:embeddedFont>
    <p:embeddedFont>
      <p:font typeface="Schoolbell"/>
      <p:regular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45" roundtripDataSignature="AMtx7miuK8QrIz85qWBMHffJNP9NqgRJ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QuattrocentoSans-regular.fntdata"/><Relationship Id="rId20" Type="http://schemas.openxmlformats.org/officeDocument/2006/relationships/slide" Target="slides/slide15.xml"/><Relationship Id="rId42" Type="http://schemas.openxmlformats.org/officeDocument/2006/relationships/font" Target="fonts/QuattrocentoSans-italic.fntdata"/><Relationship Id="rId41" Type="http://schemas.openxmlformats.org/officeDocument/2006/relationships/font" Target="fonts/QuattrocentoSans-bold.fntdata"/><Relationship Id="rId22" Type="http://schemas.openxmlformats.org/officeDocument/2006/relationships/slide" Target="slides/slide17.xml"/><Relationship Id="rId44" Type="http://schemas.openxmlformats.org/officeDocument/2006/relationships/font" Target="fonts/Schoolbell-regular.fntdata"/><Relationship Id="rId21" Type="http://schemas.openxmlformats.org/officeDocument/2006/relationships/slide" Target="slides/slide16.xml"/><Relationship Id="rId43" Type="http://schemas.openxmlformats.org/officeDocument/2006/relationships/font" Target="fonts/QuattrocentoSans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  <p:sp>
        <p:nvSpPr>
          <p:cNvPr id="127" name="Google Shape;127;p4:notes"/>
          <p:cNvSpPr/>
          <p:nvPr/>
        </p:nvSpPr>
        <p:spPr>
          <a:xfrm>
            <a:off x="3884759" y="8685360"/>
            <a:ext cx="2970000" cy="4553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4:notes"/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  <p:sp>
        <p:nvSpPr>
          <p:cNvPr id="137" name="Google Shape;137;p5:notes"/>
          <p:cNvSpPr/>
          <p:nvPr/>
        </p:nvSpPr>
        <p:spPr>
          <a:xfrm>
            <a:off x="3884759" y="8685360"/>
            <a:ext cx="2970000" cy="4553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  <p:sp>
        <p:nvSpPr>
          <p:cNvPr id="147" name="Google Shape;147;p6:notes"/>
          <p:cNvSpPr/>
          <p:nvPr/>
        </p:nvSpPr>
        <p:spPr>
          <a:xfrm>
            <a:off x="3884759" y="8685360"/>
            <a:ext cx="2970000" cy="4553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6:notes"/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  <p:sp>
        <p:nvSpPr>
          <p:cNvPr id="157" name="Google Shape;157;p7:notes"/>
          <p:cNvSpPr/>
          <p:nvPr/>
        </p:nvSpPr>
        <p:spPr>
          <a:xfrm>
            <a:off x="3884759" y="8685360"/>
            <a:ext cx="2970000" cy="4553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:notes"/>
          <p:cNvSpPr/>
          <p:nvPr/>
        </p:nvSpPr>
        <p:spPr>
          <a:xfrm>
            <a:off x="3884759" y="8685360"/>
            <a:ext cx="2971800" cy="4572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  <p:sp>
        <p:nvSpPr>
          <p:cNvPr id="207" name="Google Shape;207;p8:notes"/>
          <p:cNvSpPr/>
          <p:nvPr/>
        </p:nvSpPr>
        <p:spPr>
          <a:xfrm>
            <a:off x="3884759" y="8685360"/>
            <a:ext cx="2970000" cy="4553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8:notes"/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  <p:sp>
        <p:nvSpPr>
          <p:cNvPr id="217" name="Google Shape;217;p9:notes"/>
          <p:cNvSpPr/>
          <p:nvPr/>
        </p:nvSpPr>
        <p:spPr>
          <a:xfrm>
            <a:off x="3884759" y="8685360"/>
            <a:ext cx="2970000" cy="4553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9:notes"/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  <p:sp>
        <p:nvSpPr>
          <p:cNvPr id="227" name="Google Shape;227;p10:notes"/>
          <p:cNvSpPr/>
          <p:nvPr/>
        </p:nvSpPr>
        <p:spPr>
          <a:xfrm>
            <a:off x="3884759" y="8685360"/>
            <a:ext cx="2970000" cy="4553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0:notes"/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  <p:sp>
        <p:nvSpPr>
          <p:cNvPr id="237" name="Google Shape;237;p11:notes"/>
          <p:cNvSpPr/>
          <p:nvPr/>
        </p:nvSpPr>
        <p:spPr>
          <a:xfrm>
            <a:off x="3884759" y="8685360"/>
            <a:ext cx="2970000" cy="4553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1:notes"/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  <p:sp>
        <p:nvSpPr>
          <p:cNvPr id="247" name="Google Shape;247;p12:notes"/>
          <p:cNvSpPr/>
          <p:nvPr/>
        </p:nvSpPr>
        <p:spPr>
          <a:xfrm>
            <a:off x="3884759" y="8685360"/>
            <a:ext cx="2970000" cy="4553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2:notes"/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  <p:sp>
        <p:nvSpPr>
          <p:cNvPr id="257" name="Google Shape;257;p13:notes"/>
          <p:cNvSpPr/>
          <p:nvPr/>
        </p:nvSpPr>
        <p:spPr>
          <a:xfrm>
            <a:off x="3884759" y="8685360"/>
            <a:ext cx="2970000" cy="4553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3:notes"/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  <p:sp>
        <p:nvSpPr>
          <p:cNvPr id="267" name="Google Shape;267;p14:notes"/>
          <p:cNvSpPr/>
          <p:nvPr/>
        </p:nvSpPr>
        <p:spPr>
          <a:xfrm>
            <a:off x="3884759" y="8685360"/>
            <a:ext cx="2970000" cy="4553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4:notes"/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  <p:sp>
        <p:nvSpPr>
          <p:cNvPr id="277" name="Google Shape;277;p15:notes"/>
          <p:cNvSpPr/>
          <p:nvPr/>
        </p:nvSpPr>
        <p:spPr>
          <a:xfrm>
            <a:off x="3884759" y="8685360"/>
            <a:ext cx="2970000" cy="4553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5:notes"/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  <p:sp>
        <p:nvSpPr>
          <p:cNvPr id="287" name="Google Shape;287;p16:notes"/>
          <p:cNvSpPr/>
          <p:nvPr/>
        </p:nvSpPr>
        <p:spPr>
          <a:xfrm>
            <a:off x="3884759" y="8685360"/>
            <a:ext cx="2970000" cy="4553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6:notes"/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  <p:sp>
        <p:nvSpPr>
          <p:cNvPr id="297" name="Google Shape;297;p17:notes"/>
          <p:cNvSpPr/>
          <p:nvPr/>
        </p:nvSpPr>
        <p:spPr>
          <a:xfrm>
            <a:off x="3884759" y="8685360"/>
            <a:ext cx="2970000" cy="4553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7:notes"/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  <p:sp>
        <p:nvSpPr>
          <p:cNvPr id="306" name="Google Shape;306;p18:notes"/>
          <p:cNvSpPr/>
          <p:nvPr/>
        </p:nvSpPr>
        <p:spPr>
          <a:xfrm>
            <a:off x="3884759" y="8685360"/>
            <a:ext cx="2970000" cy="4553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8:notes"/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  <p:sp>
        <p:nvSpPr>
          <p:cNvPr id="315" name="Google Shape;315;p19:notes"/>
          <p:cNvSpPr/>
          <p:nvPr/>
        </p:nvSpPr>
        <p:spPr>
          <a:xfrm>
            <a:off x="3884759" y="8685360"/>
            <a:ext cx="2970000" cy="4553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9:notes"/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  <p:sp>
        <p:nvSpPr>
          <p:cNvPr id="324" name="Google Shape;324;p20:notes"/>
          <p:cNvSpPr/>
          <p:nvPr/>
        </p:nvSpPr>
        <p:spPr>
          <a:xfrm>
            <a:off x="3884759" y="8685360"/>
            <a:ext cx="2970000" cy="4553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20:notes"/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  <p:sp>
        <p:nvSpPr>
          <p:cNvPr id="333" name="Google Shape;333;p21:notes"/>
          <p:cNvSpPr/>
          <p:nvPr/>
        </p:nvSpPr>
        <p:spPr>
          <a:xfrm>
            <a:off x="3884759" y="8685360"/>
            <a:ext cx="2970000" cy="4553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21:notes"/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  <p:sp>
        <p:nvSpPr>
          <p:cNvPr id="343" name="Google Shape;343;p22:notes"/>
          <p:cNvSpPr/>
          <p:nvPr/>
        </p:nvSpPr>
        <p:spPr>
          <a:xfrm>
            <a:off x="3884759" y="8685360"/>
            <a:ext cx="2970000" cy="4553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22:notes"/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  <p:sp>
        <p:nvSpPr>
          <p:cNvPr id="352" name="Google Shape;352;p23:notes"/>
          <p:cNvSpPr/>
          <p:nvPr/>
        </p:nvSpPr>
        <p:spPr>
          <a:xfrm>
            <a:off x="3884759" y="8685360"/>
            <a:ext cx="2970000" cy="4553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23:notes"/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  <p:sp>
        <p:nvSpPr>
          <p:cNvPr id="361" name="Google Shape;361;p24:notes"/>
          <p:cNvSpPr/>
          <p:nvPr/>
        </p:nvSpPr>
        <p:spPr>
          <a:xfrm>
            <a:off x="3884759" y="8685360"/>
            <a:ext cx="2970000" cy="4553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24:notes"/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  <p:sp>
        <p:nvSpPr>
          <p:cNvPr id="370" name="Google Shape;370;p25:notes"/>
          <p:cNvSpPr/>
          <p:nvPr/>
        </p:nvSpPr>
        <p:spPr>
          <a:xfrm>
            <a:off x="3884759" y="8685360"/>
            <a:ext cx="2970000" cy="4553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25:notes"/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  <p:sp>
        <p:nvSpPr>
          <p:cNvPr id="379" name="Google Shape;379;p26:notes"/>
          <p:cNvSpPr/>
          <p:nvPr/>
        </p:nvSpPr>
        <p:spPr>
          <a:xfrm>
            <a:off x="3884759" y="8685360"/>
            <a:ext cx="2970000" cy="4553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26:notes"/>
          <p:cNvSpPr txBox="1"/>
          <p:nvPr/>
        </p:nvSpPr>
        <p:spPr>
          <a:xfrm>
            <a:off x="685799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8" name="Google Shape;388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6" name="Google Shape;396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7" name="Google Shape;39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4" name="Google Shape;404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3" name="Google Shape;413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2" name="Google Shape;422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8" name="Google Shape;438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9" name="Google Shape;43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6"/>
          <p:cNvSpPr txBox="1"/>
          <p:nvPr>
            <p:ph type="ctrTitle"/>
          </p:nvPr>
        </p:nvSpPr>
        <p:spPr>
          <a:xfrm>
            <a:off x="323528" y="404664"/>
            <a:ext cx="8712968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  <a:defRPr b="1"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2" type="sldNum"/>
          </p:nvPr>
        </p:nvSpPr>
        <p:spPr>
          <a:xfrm>
            <a:off x="539552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1200" u="none" cap="none" strike="noStrike">
                <a:solidFill>
                  <a:srgbClr val="EC8D8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l">
              <a:spcBef>
                <a:spcPts val="0"/>
              </a:spcBef>
              <a:buNone/>
              <a:defRPr b="0" i="0" sz="1200" u="none" cap="none" strike="noStrike">
                <a:solidFill>
                  <a:srgbClr val="EC8D8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l">
              <a:spcBef>
                <a:spcPts val="0"/>
              </a:spcBef>
              <a:buNone/>
              <a:defRPr b="0" i="0" sz="1200" u="none" cap="none" strike="noStrike">
                <a:solidFill>
                  <a:srgbClr val="EC8D8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l">
              <a:spcBef>
                <a:spcPts val="0"/>
              </a:spcBef>
              <a:buNone/>
              <a:defRPr b="0" i="0" sz="1200" u="none" cap="none" strike="noStrike">
                <a:solidFill>
                  <a:srgbClr val="EC8D8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l">
              <a:spcBef>
                <a:spcPts val="0"/>
              </a:spcBef>
              <a:buNone/>
              <a:defRPr b="0" i="0" sz="1200" u="none" cap="none" strike="noStrike">
                <a:solidFill>
                  <a:srgbClr val="EC8D8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l">
              <a:spcBef>
                <a:spcPts val="0"/>
              </a:spcBef>
              <a:buNone/>
              <a:defRPr b="0" i="0" sz="1200" u="none" cap="none" strike="noStrike">
                <a:solidFill>
                  <a:srgbClr val="EC8D8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l">
              <a:spcBef>
                <a:spcPts val="0"/>
              </a:spcBef>
              <a:buNone/>
              <a:defRPr b="0" i="0" sz="1200" u="none" cap="none" strike="noStrike">
                <a:solidFill>
                  <a:srgbClr val="EC8D8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l">
              <a:spcBef>
                <a:spcPts val="0"/>
              </a:spcBef>
              <a:buNone/>
              <a:defRPr b="0" i="0" sz="1200" u="none" cap="none" strike="noStrike">
                <a:solidFill>
                  <a:srgbClr val="EC8D8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l">
              <a:spcBef>
                <a:spcPts val="0"/>
              </a:spcBef>
              <a:buNone/>
              <a:defRPr b="0" i="0" sz="1200" u="none" cap="none" strike="noStrike">
                <a:solidFill>
                  <a:srgbClr val="EC8D8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" name="Google Shape;25;p36"/>
          <p:cNvCxnSpPr/>
          <p:nvPr/>
        </p:nvCxnSpPr>
        <p:spPr>
          <a:xfrm>
            <a:off x="2124512" y="5949280"/>
            <a:ext cx="7056000" cy="0"/>
          </a:xfrm>
          <a:prstGeom prst="straightConnector1">
            <a:avLst/>
          </a:prstGeom>
          <a:noFill/>
          <a:ln cap="flat" cmpd="sng" w="57150">
            <a:solidFill>
              <a:srgbClr val="E5332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36"/>
          <p:cNvCxnSpPr/>
          <p:nvPr/>
        </p:nvCxnSpPr>
        <p:spPr>
          <a:xfrm rot="10800000">
            <a:off x="-36512" y="5949280"/>
            <a:ext cx="504056" cy="0"/>
          </a:xfrm>
          <a:prstGeom prst="straightConnector1">
            <a:avLst/>
          </a:prstGeom>
          <a:noFill/>
          <a:ln cap="flat" cmpd="sng" w="57150">
            <a:solidFill>
              <a:srgbClr val="E533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36"/>
          <p:cNvSpPr/>
          <p:nvPr/>
        </p:nvSpPr>
        <p:spPr>
          <a:xfrm>
            <a:off x="-180528" y="692696"/>
            <a:ext cx="504056" cy="792088"/>
          </a:xfrm>
          <a:prstGeom prst="roundRect">
            <a:avLst>
              <a:gd fmla="val 31263" name="adj"/>
            </a:avLst>
          </a:prstGeom>
          <a:solidFill>
            <a:srgbClr val="E533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8064" y="4302971"/>
            <a:ext cx="3580953" cy="200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9925" y="6008932"/>
            <a:ext cx="118110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6"/>
          <p:cNvSpPr/>
          <p:nvPr/>
        </p:nvSpPr>
        <p:spPr>
          <a:xfrm>
            <a:off x="7812360" y="676228"/>
            <a:ext cx="2016224" cy="108012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6"/>
          <p:cNvSpPr/>
          <p:nvPr/>
        </p:nvSpPr>
        <p:spPr>
          <a:xfrm>
            <a:off x="8244408" y="404664"/>
            <a:ext cx="936104" cy="288032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A725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/>
          </a:p>
        </p:txBody>
      </p:sp>
      <p:pic>
        <p:nvPicPr>
          <p:cNvPr id="32" name="Google Shape;32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466993">
            <a:off x="1524381" y="2249361"/>
            <a:ext cx="6095238" cy="1777778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36"/>
          <p:cNvSpPr txBox="1"/>
          <p:nvPr/>
        </p:nvSpPr>
        <p:spPr>
          <a:xfrm rot="394127">
            <a:off x="2187294" y="2212641"/>
            <a:ext cx="154231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Script</a:t>
            </a:r>
            <a:endParaRPr/>
          </a:p>
        </p:txBody>
      </p:sp>
      <p:sp>
        <p:nvSpPr>
          <p:cNvPr id="34" name="Google Shape;34;p36"/>
          <p:cNvSpPr txBox="1"/>
          <p:nvPr/>
        </p:nvSpPr>
        <p:spPr>
          <a:xfrm rot="394127">
            <a:off x="2861632" y="3404710"/>
            <a:ext cx="15423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AWK</a:t>
            </a:r>
            <a:endParaRPr/>
          </a:p>
        </p:txBody>
      </p:sp>
      <p:sp>
        <p:nvSpPr>
          <p:cNvPr id="35" name="Google Shape;35;p36"/>
          <p:cNvSpPr txBox="1"/>
          <p:nvPr/>
        </p:nvSpPr>
        <p:spPr>
          <a:xfrm rot="394127">
            <a:off x="4749223" y="3692742"/>
            <a:ext cx="15423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Sourcing</a:t>
            </a:r>
            <a:endParaRPr/>
          </a:p>
        </p:txBody>
      </p:sp>
      <p:sp>
        <p:nvSpPr>
          <p:cNvPr id="36" name="Google Shape;36;p36"/>
          <p:cNvSpPr txBox="1"/>
          <p:nvPr/>
        </p:nvSpPr>
        <p:spPr>
          <a:xfrm rot="394127">
            <a:off x="6178171" y="3862949"/>
            <a:ext cx="15423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Piping</a:t>
            </a:r>
            <a:endParaRPr/>
          </a:p>
        </p:txBody>
      </p:sp>
      <p:sp>
        <p:nvSpPr>
          <p:cNvPr id="37" name="Google Shape;37;p36"/>
          <p:cNvSpPr txBox="1"/>
          <p:nvPr/>
        </p:nvSpPr>
        <p:spPr>
          <a:xfrm rot="394127">
            <a:off x="1262561" y="3227974"/>
            <a:ext cx="15423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SED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7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7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>
                <a:solidFill>
                  <a:srgbClr val="000000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>
                <a:solidFill>
                  <a:srgbClr val="000000"/>
                </a:solidFill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–"/>
              <a:defRPr>
                <a:solidFill>
                  <a:srgbClr val="000000"/>
                </a:solidFill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/>
          <p:nvPr>
            <p:ph type="title"/>
          </p:nvPr>
        </p:nvSpPr>
        <p:spPr>
          <a:xfrm>
            <a:off x="179512" y="332656"/>
            <a:ext cx="7056000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9"/>
          <p:cNvSpPr txBox="1"/>
          <p:nvPr>
            <p:ph type="title"/>
          </p:nvPr>
        </p:nvSpPr>
        <p:spPr>
          <a:xfrm>
            <a:off x="323528" y="3212977"/>
            <a:ext cx="8424936" cy="1728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9"/>
          <p:cNvSpPr txBox="1"/>
          <p:nvPr>
            <p:ph idx="1" type="body"/>
          </p:nvPr>
        </p:nvSpPr>
        <p:spPr>
          <a:xfrm>
            <a:off x="323528" y="2078907"/>
            <a:ext cx="8424936" cy="1134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EC8D8C"/>
              </a:buClr>
              <a:buSzPts val="2000"/>
              <a:buNone/>
              <a:defRPr sz="2000">
                <a:solidFill>
                  <a:srgbClr val="EC8D8C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EC8D8C"/>
              </a:buClr>
              <a:buSzPts val="1800"/>
              <a:buNone/>
              <a:defRPr sz="1800">
                <a:solidFill>
                  <a:srgbClr val="EC8D8C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EC8D8C"/>
              </a:buClr>
              <a:buSzPts val="1600"/>
              <a:buNone/>
              <a:defRPr sz="1600">
                <a:solidFill>
                  <a:srgbClr val="EC8D8C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EC8D8C"/>
              </a:buClr>
              <a:buSzPts val="1400"/>
              <a:buNone/>
              <a:defRPr sz="1400">
                <a:solidFill>
                  <a:srgbClr val="EC8D8C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EC8D8C"/>
              </a:buClr>
              <a:buSzPts val="1400"/>
              <a:buNone/>
              <a:defRPr sz="1400">
                <a:solidFill>
                  <a:srgbClr val="EC8D8C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EC8D8C"/>
              </a:buClr>
              <a:buSzPts val="1400"/>
              <a:buNone/>
              <a:defRPr sz="1400">
                <a:solidFill>
                  <a:srgbClr val="EC8D8C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EC8D8C"/>
              </a:buClr>
              <a:buSzPts val="1400"/>
              <a:buNone/>
              <a:defRPr sz="1400">
                <a:solidFill>
                  <a:srgbClr val="EC8D8C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EC8D8C"/>
              </a:buClr>
              <a:buSzPts val="1400"/>
              <a:buNone/>
              <a:defRPr sz="1400">
                <a:solidFill>
                  <a:srgbClr val="EC8D8C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EC8D8C"/>
              </a:buClr>
              <a:buSzPts val="1400"/>
              <a:buNone/>
              <a:defRPr sz="1400">
                <a:solidFill>
                  <a:srgbClr val="EC8D8C"/>
                </a:solidFill>
              </a:defRPr>
            </a:lvl9pPr>
          </a:lstStyle>
          <a:p/>
        </p:txBody>
      </p:sp>
      <p:sp>
        <p:nvSpPr>
          <p:cNvPr id="53" name="Google Shape;53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" name="Google Shape;5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6056" y="4293096"/>
            <a:ext cx="3580953" cy="200634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9"/>
          <p:cNvSpPr/>
          <p:nvPr/>
        </p:nvSpPr>
        <p:spPr>
          <a:xfrm>
            <a:off x="-288032" y="3284984"/>
            <a:ext cx="576064" cy="576064"/>
          </a:xfrm>
          <a:prstGeom prst="roundRect">
            <a:avLst>
              <a:gd fmla="val 31263" name="adj"/>
            </a:avLst>
          </a:prstGeom>
          <a:solidFill>
            <a:srgbClr val="E533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/>
          <p:nvPr>
            <p:ph type="title"/>
          </p:nvPr>
        </p:nvSpPr>
        <p:spPr>
          <a:xfrm>
            <a:off x="179512" y="332656"/>
            <a:ext cx="7056000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1" name="Google Shape;61;p4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2" name="Google Shape;62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/>
          <p:nvPr>
            <p:ph type="title"/>
          </p:nvPr>
        </p:nvSpPr>
        <p:spPr>
          <a:xfrm>
            <a:off x="179512" y="332656"/>
            <a:ext cx="7056000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4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9" name="Google Shape;69;p4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4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1" name="Google Shape;81;p4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2" name="Google Shape;82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4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9" name="Google Shape;89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5"/>
          <p:cNvSpPr txBox="1"/>
          <p:nvPr>
            <p:ph type="title"/>
          </p:nvPr>
        </p:nvSpPr>
        <p:spPr>
          <a:xfrm>
            <a:off x="179512" y="332656"/>
            <a:ext cx="7056000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5"/>
          <p:cNvSpPr txBox="1"/>
          <p:nvPr>
            <p:ph idx="1" type="body"/>
          </p:nvPr>
        </p:nvSpPr>
        <p:spPr>
          <a:xfrm rot="5400000">
            <a:off x="2206179" y="-354458"/>
            <a:ext cx="4525963" cy="84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35"/>
          <p:cNvSpPr txBox="1"/>
          <p:nvPr>
            <p:ph type="title"/>
          </p:nvPr>
        </p:nvSpPr>
        <p:spPr>
          <a:xfrm>
            <a:off x="179512" y="332656"/>
            <a:ext cx="7056000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35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EC8D8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EC8D8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EC8D8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EC8D8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EC8D8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EC8D8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EC8D8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EC8D8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EC8D8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EC8D8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EC8D8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" name="Google Shape;16;p35"/>
          <p:cNvCxnSpPr/>
          <p:nvPr/>
        </p:nvCxnSpPr>
        <p:spPr>
          <a:xfrm>
            <a:off x="0" y="6237312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E5332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5"/>
          <p:cNvCxnSpPr/>
          <p:nvPr/>
        </p:nvCxnSpPr>
        <p:spPr>
          <a:xfrm rot="10800000">
            <a:off x="8568952" y="1196752"/>
            <a:ext cx="611560" cy="4950"/>
          </a:xfrm>
          <a:prstGeom prst="straightConnector1">
            <a:avLst/>
          </a:prstGeom>
          <a:noFill/>
          <a:ln cap="flat" cmpd="sng" w="38100">
            <a:solidFill>
              <a:srgbClr val="E533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5"/>
          <p:cNvSpPr/>
          <p:nvPr/>
        </p:nvSpPr>
        <p:spPr>
          <a:xfrm>
            <a:off x="-324544" y="404664"/>
            <a:ext cx="576064" cy="576064"/>
          </a:xfrm>
          <a:prstGeom prst="roundRect">
            <a:avLst>
              <a:gd fmla="val 31263" name="adj"/>
            </a:avLst>
          </a:prstGeom>
          <a:solidFill>
            <a:srgbClr val="E533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35"/>
          <p:cNvCxnSpPr/>
          <p:nvPr/>
        </p:nvCxnSpPr>
        <p:spPr>
          <a:xfrm>
            <a:off x="0" y="1196752"/>
            <a:ext cx="7235512" cy="0"/>
          </a:xfrm>
          <a:prstGeom prst="straightConnector1">
            <a:avLst/>
          </a:prstGeom>
          <a:noFill/>
          <a:ln cap="flat" cmpd="sng" w="38100">
            <a:solidFill>
              <a:srgbClr val="E5332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/>
          <p:nvPr>
            <p:ph type="ctrTitle"/>
          </p:nvPr>
        </p:nvSpPr>
        <p:spPr>
          <a:xfrm>
            <a:off x="323528" y="404664"/>
            <a:ext cx="8712968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5332E"/>
              </a:buClr>
              <a:buSzPts val="5400"/>
              <a:buFont typeface="Calibri"/>
              <a:buNone/>
            </a:pPr>
            <a:r>
              <a:rPr lang="en-US">
                <a:solidFill>
                  <a:srgbClr val="E5332E"/>
                </a:solidFill>
              </a:rPr>
              <a:t>Shell Scripting</a:t>
            </a:r>
            <a:endParaRPr/>
          </a:p>
        </p:txBody>
      </p:sp>
      <p:sp>
        <p:nvSpPr>
          <p:cNvPr id="109" name="Google Shape;109;p1"/>
          <p:cNvSpPr txBox="1"/>
          <p:nvPr>
            <p:ph idx="12" type="sldNum"/>
          </p:nvPr>
        </p:nvSpPr>
        <p:spPr>
          <a:xfrm>
            <a:off x="539552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6376" y="739004"/>
            <a:ext cx="956715" cy="956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>
            <p:ph idx="1" type="body"/>
          </p:nvPr>
        </p:nvSpPr>
        <p:spPr>
          <a:xfrm>
            <a:off x="457200" y="1714488"/>
            <a:ext cx="8229600" cy="43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n-US"/>
              <a:t>You can access the course materials via this link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n-US"/>
              <a:t>https://tinyurl.com/3kaww77s</a:t>
            </a:r>
            <a:endParaRPr/>
          </a:p>
        </p:txBody>
      </p:sp>
      <p:sp>
        <p:nvSpPr>
          <p:cNvPr id="116" name="Google Shape;1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2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Course Materials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>
            <p:ph idx="1" type="body"/>
          </p:nvPr>
        </p:nvSpPr>
        <p:spPr>
          <a:xfrm>
            <a:off x="457200" y="1714488"/>
            <a:ext cx="8229600" cy="43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Using / Avoid using Shell Script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Standard Shells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Built-in commands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Variables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Flow Control</a:t>
            </a:r>
            <a:endParaRPr/>
          </a:p>
        </p:txBody>
      </p:sp>
      <p:sp>
        <p:nvSpPr>
          <p:cNvPr id="123" name="Google Shape;123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3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Day 2 Contents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/>
          <p:nvPr/>
        </p:nvSpPr>
        <p:spPr>
          <a:xfrm>
            <a:off x="228600" y="620688"/>
            <a:ext cx="4724280" cy="1189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b="1" i="0" sz="3600" u="none" cap="none" strike="noStrike">
              <a:solidFill>
                <a:srgbClr val="FFFFFF"/>
              </a:solidFill>
              <a:latin typeface="Schoolbell"/>
              <a:ea typeface="Schoolbell"/>
              <a:cs typeface="Schoolbell"/>
              <a:sym typeface="Schoolbell"/>
            </a:endParaRPr>
          </a:p>
        </p:txBody>
      </p:sp>
      <p:sp>
        <p:nvSpPr>
          <p:cNvPr id="133" name="Google Shape;133;p4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When do you use shell script?</a:t>
            </a:r>
            <a:endParaRPr/>
          </a:p>
        </p:txBody>
      </p:sp>
      <p:sp>
        <p:nvSpPr>
          <p:cNvPr id="134" name="Google Shape;134;p4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When you want to extract information from a lot of data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It supports the user by allowing tools for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–"/>
            </a:pPr>
            <a:r>
              <a:rPr lang="en-US"/>
              <a:t>Data selection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–"/>
            </a:pPr>
            <a:r>
              <a:rPr lang="en-US"/>
              <a:t>Data combination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–"/>
            </a:pPr>
            <a:r>
              <a:rPr lang="en-US"/>
              <a:t>Decision and rules.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It automates repetitive tasks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It so simple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Doesn’t need a compiler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It is portable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>
            <a:off x="7620120" y="6553080"/>
            <a:ext cx="1523880" cy="3049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3" name="Google Shape;143;p5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When do you AVOID Shell script</a:t>
            </a:r>
            <a:endParaRPr/>
          </a:p>
        </p:txBody>
      </p:sp>
      <p:sp>
        <p:nvSpPr>
          <p:cNvPr id="144" name="Google Shape;144;p5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This task will be done once.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It is a complex task and need user interactive.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It requires different software tools or different hardware environment.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7620120" y="6553080"/>
            <a:ext cx="1523880" cy="3049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3" name="Google Shape;153;p6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Standard Shells</a:t>
            </a:r>
            <a:endParaRPr/>
          </a:p>
        </p:txBody>
      </p:sp>
      <p:sp>
        <p:nvSpPr>
          <p:cNvPr id="154" name="Google Shape;154;p6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Bourne Shell (sh)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/>
              <a:t>Most system a</a:t>
            </a:r>
            <a:r>
              <a:rPr lang="en-US"/>
              <a:t>dministration</a:t>
            </a:r>
            <a:r>
              <a:rPr lang="en-US"/>
              <a:t> scripts are Bourne shell scripts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C Shell (csh)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/>
              <a:t>Command line history, aliasing, and job control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sh shell is more simpler and faster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Korn shell (ksh)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/>
              <a:t>Editing history, aliasing, functions, regular expression wildcards, job control and special debugging features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/>
          <p:nvPr/>
        </p:nvSpPr>
        <p:spPr>
          <a:xfrm>
            <a:off x="7620120" y="6553080"/>
            <a:ext cx="1523880" cy="3049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1865160" y="4994280"/>
            <a:ext cx="505079" cy="307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1900080" y="3192480"/>
            <a:ext cx="505079" cy="307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1563839" y="3440160"/>
            <a:ext cx="1728719" cy="525401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Fork a child process</a:t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1706400" y="1398600"/>
            <a:ext cx="1513080" cy="525401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Shell searches for a command</a:t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1520999" y="2060639"/>
            <a:ext cx="1792080" cy="1230120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close/>
              </a:path>
            </a:pathLst>
          </a:cu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it a built-in 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command?</a:t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1589040" y="3971880"/>
            <a:ext cx="1630440" cy="1119240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close/>
              </a:path>
            </a:pathLst>
          </a:cu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it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complied executable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program?</a:t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1563839" y="558720"/>
            <a:ext cx="1655640" cy="856261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Display prompt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87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 next command</a:t>
            </a:r>
            <a:endParaRPr/>
          </a:p>
        </p:txBody>
      </p:sp>
      <p:cxnSp>
        <p:nvCxnSpPr>
          <p:cNvPr id="171" name="Google Shape;171;p7"/>
          <p:cNvCxnSpPr/>
          <p:nvPr/>
        </p:nvCxnSpPr>
        <p:spPr>
          <a:xfrm>
            <a:off x="2427120" y="1292400"/>
            <a:ext cx="1800" cy="215640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172" name="Google Shape;172;p7"/>
          <p:cNvCxnSpPr/>
          <p:nvPr/>
        </p:nvCxnSpPr>
        <p:spPr>
          <a:xfrm>
            <a:off x="2427120" y="1847880"/>
            <a:ext cx="1800" cy="231840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173" name="Google Shape;173;p7"/>
          <p:cNvCxnSpPr/>
          <p:nvPr/>
        </p:nvCxnSpPr>
        <p:spPr>
          <a:xfrm>
            <a:off x="2411280" y="3306600"/>
            <a:ext cx="1800" cy="231840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174" name="Google Shape;174;p7"/>
          <p:cNvCxnSpPr/>
          <p:nvPr/>
        </p:nvCxnSpPr>
        <p:spPr>
          <a:xfrm>
            <a:off x="2354400" y="6370560"/>
            <a:ext cx="1440" cy="260280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5" name="Google Shape;175;p7"/>
          <p:cNvSpPr/>
          <p:nvPr/>
        </p:nvSpPr>
        <p:spPr>
          <a:xfrm>
            <a:off x="1563839" y="5224320"/>
            <a:ext cx="1630079" cy="1119240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close/>
              </a:path>
            </a:pathLst>
          </a:cu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it the end of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script program?</a:t>
            </a:r>
            <a:endParaRPr/>
          </a:p>
        </p:txBody>
      </p:sp>
      <p:cxnSp>
        <p:nvCxnSpPr>
          <p:cNvPr id="176" name="Google Shape;176;p7"/>
          <p:cNvCxnSpPr/>
          <p:nvPr/>
        </p:nvCxnSpPr>
        <p:spPr>
          <a:xfrm flipH="1">
            <a:off x="1344240" y="6630840"/>
            <a:ext cx="1011240" cy="1800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77" name="Google Shape;177;p7"/>
          <p:cNvCxnSpPr/>
          <p:nvPr/>
        </p:nvCxnSpPr>
        <p:spPr>
          <a:xfrm flipH="1" rot="10800000">
            <a:off x="1346040" y="1517760"/>
            <a:ext cx="1800" cy="5114880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78" name="Google Shape;178;p7"/>
          <p:cNvCxnSpPr/>
          <p:nvPr/>
        </p:nvCxnSpPr>
        <p:spPr>
          <a:xfrm>
            <a:off x="1346040" y="1519200"/>
            <a:ext cx="289080" cy="1799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179" name="Google Shape;179;p7"/>
          <p:cNvCxnSpPr/>
          <p:nvPr/>
        </p:nvCxnSpPr>
        <p:spPr>
          <a:xfrm>
            <a:off x="2392200" y="5068800"/>
            <a:ext cx="1800" cy="193679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180" name="Google Shape;180;p7"/>
          <p:cNvCxnSpPr/>
          <p:nvPr/>
        </p:nvCxnSpPr>
        <p:spPr>
          <a:xfrm>
            <a:off x="3378240" y="2674800"/>
            <a:ext cx="1584360" cy="1800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181" name="Google Shape;181;p7"/>
          <p:cNvCxnSpPr/>
          <p:nvPr/>
        </p:nvCxnSpPr>
        <p:spPr>
          <a:xfrm>
            <a:off x="3219480" y="5767560"/>
            <a:ext cx="1800360" cy="1439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sp>
        <p:nvSpPr>
          <p:cNvPr id="182" name="Google Shape;182;p7"/>
          <p:cNvSpPr/>
          <p:nvPr/>
        </p:nvSpPr>
        <p:spPr>
          <a:xfrm>
            <a:off x="5084640" y="3319559"/>
            <a:ext cx="1576440" cy="431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Parent shell waits</a:t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4327560" y="6199200"/>
            <a:ext cx="1555560" cy="431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Parent wakes up</a:t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1922400" y="6343560"/>
            <a:ext cx="504719" cy="307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3722759" y="2311560"/>
            <a:ext cx="504719" cy="307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5019840" y="2468519"/>
            <a:ext cx="1728719" cy="525401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execute the command</a:t>
            </a:r>
            <a:endParaRPr/>
          </a:p>
        </p:txBody>
      </p:sp>
      <p:cxnSp>
        <p:nvCxnSpPr>
          <p:cNvPr id="187" name="Google Shape;187;p7"/>
          <p:cNvCxnSpPr/>
          <p:nvPr/>
        </p:nvCxnSpPr>
        <p:spPr>
          <a:xfrm rot="10800000">
            <a:off x="3144600" y="1085400"/>
            <a:ext cx="2292120" cy="1368360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188" name="Google Shape;188;p7"/>
          <p:cNvCxnSpPr/>
          <p:nvPr/>
        </p:nvCxnSpPr>
        <p:spPr>
          <a:xfrm>
            <a:off x="2392200" y="3773520"/>
            <a:ext cx="1800" cy="217440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189" name="Google Shape;189;p7"/>
          <p:cNvCxnSpPr/>
          <p:nvPr/>
        </p:nvCxnSpPr>
        <p:spPr>
          <a:xfrm>
            <a:off x="3051000" y="3535200"/>
            <a:ext cx="2016360" cy="1800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190" name="Google Shape;190;p7"/>
          <p:cNvCxnSpPr/>
          <p:nvPr/>
        </p:nvCxnSpPr>
        <p:spPr>
          <a:xfrm>
            <a:off x="3290759" y="4470480"/>
            <a:ext cx="792361" cy="1440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91" name="Google Shape;191;p7"/>
          <p:cNvCxnSpPr/>
          <p:nvPr/>
        </p:nvCxnSpPr>
        <p:spPr>
          <a:xfrm>
            <a:off x="4083120" y="4470480"/>
            <a:ext cx="288719" cy="144360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2" name="Google Shape;192;p7"/>
          <p:cNvSpPr/>
          <p:nvPr/>
        </p:nvSpPr>
        <p:spPr>
          <a:xfrm>
            <a:off x="3867119" y="4183199"/>
            <a:ext cx="504719" cy="307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4411800" y="4121279"/>
            <a:ext cx="2446200" cy="74084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Kernel loads new program into memory and overlays (execs) it in child process</a:t>
            </a:r>
            <a:endParaRPr/>
          </a:p>
        </p:txBody>
      </p:sp>
      <p:cxnSp>
        <p:nvCxnSpPr>
          <p:cNvPr id="194" name="Google Shape;194;p7"/>
          <p:cNvCxnSpPr/>
          <p:nvPr/>
        </p:nvCxnSpPr>
        <p:spPr>
          <a:xfrm>
            <a:off x="5407200" y="4830840"/>
            <a:ext cx="1440" cy="216000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sp>
        <p:nvSpPr>
          <p:cNvPr id="195" name="Google Shape;195;p7"/>
          <p:cNvSpPr/>
          <p:nvPr/>
        </p:nvSpPr>
        <p:spPr>
          <a:xfrm>
            <a:off x="5019840" y="5622840"/>
            <a:ext cx="504719" cy="307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exit</a:t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4587839" y="5256360"/>
            <a:ext cx="1297080" cy="3967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Schoolbell"/>
              <a:ea typeface="Schoolbell"/>
              <a:cs typeface="Schoolbell"/>
              <a:sym typeface="Schoolbel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443480" y="4929120"/>
            <a:ext cx="2203560" cy="640817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process runs</a:t>
            </a:r>
            <a:endParaRPr/>
          </a:p>
          <a:p>
            <a:pPr indent="0" lvl="0" marL="0" marR="0" rtl="1" algn="l">
              <a:lnSpc>
                <a:spcPct val="100000"/>
              </a:lnSpc>
              <a:spcBef>
                <a:spcPts val="87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terminates</a:t>
            </a:r>
            <a:endParaRPr/>
          </a:p>
        </p:txBody>
      </p:sp>
      <p:cxnSp>
        <p:nvCxnSpPr>
          <p:cNvPr id="198" name="Google Shape;198;p7"/>
          <p:cNvCxnSpPr/>
          <p:nvPr/>
        </p:nvCxnSpPr>
        <p:spPr>
          <a:xfrm>
            <a:off x="5235480" y="5479920"/>
            <a:ext cx="1799" cy="216000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199" name="Google Shape;199;p7"/>
          <p:cNvCxnSpPr/>
          <p:nvPr/>
        </p:nvCxnSpPr>
        <p:spPr>
          <a:xfrm>
            <a:off x="5235480" y="5911919"/>
            <a:ext cx="1799" cy="287281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200" name="Google Shape;200;p7"/>
          <p:cNvCxnSpPr/>
          <p:nvPr/>
        </p:nvCxnSpPr>
        <p:spPr>
          <a:xfrm>
            <a:off x="5883120" y="6486480"/>
            <a:ext cx="1331999" cy="1800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01" name="Google Shape;201;p7"/>
          <p:cNvCxnSpPr/>
          <p:nvPr/>
        </p:nvCxnSpPr>
        <p:spPr>
          <a:xfrm flipH="1" rot="10800000">
            <a:off x="7202520" y="796680"/>
            <a:ext cx="1440" cy="5691239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02" name="Google Shape;202;p7"/>
          <p:cNvCxnSpPr/>
          <p:nvPr/>
        </p:nvCxnSpPr>
        <p:spPr>
          <a:xfrm flipH="1">
            <a:off x="3077640" y="798480"/>
            <a:ext cx="4092840" cy="1800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sp>
        <p:nvSpPr>
          <p:cNvPr id="203" name="Google Shape;203;p7"/>
          <p:cNvSpPr/>
          <p:nvPr/>
        </p:nvSpPr>
        <p:spPr>
          <a:xfrm>
            <a:off x="3435479" y="5478479"/>
            <a:ext cx="647640" cy="307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204" name="Google Shape;204;p7"/>
          <p:cNvSpPr txBox="1"/>
          <p:nvPr>
            <p:ph type="title"/>
          </p:nvPr>
        </p:nvSpPr>
        <p:spPr>
          <a:xfrm>
            <a:off x="179512" y="332656"/>
            <a:ext cx="7056000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Shell and Command Execution</a:t>
            </a: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/>
          <p:nvPr/>
        </p:nvSpPr>
        <p:spPr>
          <a:xfrm>
            <a:off x="7620120" y="6553080"/>
            <a:ext cx="1523880" cy="3049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3" name="Google Shape;213;p8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Built-in Commands</a:t>
            </a:r>
            <a:endParaRPr/>
          </a:p>
        </p:txBody>
      </p:sp>
      <p:sp>
        <p:nvSpPr>
          <p:cNvPr id="214" name="Google Shape;214;p8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cd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export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umask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exit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break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continue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test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for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if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/>
          <p:nvPr/>
        </p:nvSpPr>
        <p:spPr>
          <a:xfrm>
            <a:off x="7620120" y="6553080"/>
            <a:ext cx="1523880" cy="3049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3" name="Google Shape;223;p9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Built-in Commands</a:t>
            </a:r>
            <a:endParaRPr/>
          </a:p>
        </p:txBody>
      </p:sp>
      <p:sp>
        <p:nvSpPr>
          <p:cNvPr id="224" name="Google Shape;224;p9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newgrp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read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set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until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while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To know if a command is built-in or not use the whence -v/type  command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"/>
          <p:cNvSpPr/>
          <p:nvPr/>
        </p:nvSpPr>
        <p:spPr>
          <a:xfrm>
            <a:off x="7620120" y="6553080"/>
            <a:ext cx="1523880" cy="3049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33" name="Google Shape;233;p10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Creating a shell Script</a:t>
            </a:r>
            <a:endParaRPr/>
          </a:p>
        </p:txBody>
      </p:sp>
      <p:sp>
        <p:nvSpPr>
          <p:cNvPr id="234" name="Google Shape;234;p10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A shell program is a combination of Unix/Linux commands, programming constructions and comments.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To execute the script use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chmod</a:t>
            </a:r>
            <a:r>
              <a:rPr lang="en-US"/>
              <a:t> command to turn on the execute permission.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/>
          <p:nvPr/>
        </p:nvSpPr>
        <p:spPr>
          <a:xfrm>
            <a:off x="7620120" y="6553080"/>
            <a:ext cx="1523880" cy="3049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43" name="Google Shape;243;p11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Creating a shell Script</a:t>
            </a:r>
            <a:endParaRPr/>
          </a:p>
        </p:txBody>
      </p:sp>
      <p:sp>
        <p:nvSpPr>
          <p:cNvPr id="244" name="Google Shape;244;p11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The first line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#!/usr/bin/bash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Comments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# calculating x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"/>
          <p:cNvSpPr/>
          <p:nvPr/>
        </p:nvSpPr>
        <p:spPr>
          <a:xfrm>
            <a:off x="7620120" y="6553080"/>
            <a:ext cx="1523880" cy="3049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53" name="Google Shape;253;p12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54" name="Google Shape;254;p12"/>
          <p:cNvSpPr txBox="1"/>
          <p:nvPr>
            <p:ph idx="1" type="body"/>
          </p:nvPr>
        </p:nvSpPr>
        <p:spPr>
          <a:xfrm>
            <a:off x="251520" y="1600200"/>
            <a:ext cx="8435280" cy="46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vi hi1.sh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#!/usr/bin/bash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# this is my first bash shell script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echo hi there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chmod +x hi1.sh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./hi1.sh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hi there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Using sourcing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. ./hi1.sh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hi there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source ./h1.sh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hi there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"/>
          <p:cNvSpPr/>
          <p:nvPr/>
        </p:nvSpPr>
        <p:spPr>
          <a:xfrm>
            <a:off x="7620120" y="6553080"/>
            <a:ext cx="1523880" cy="3049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63" name="Google Shape;263;p13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Variables</a:t>
            </a:r>
            <a:endParaRPr/>
          </a:p>
        </p:txBody>
      </p:sp>
      <p:sp>
        <p:nvSpPr>
          <p:cNvPr id="264" name="Google Shape;264;p13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Type of Variables: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/>
              <a:t>Local Variables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/>
              <a:t>Environment Variables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/>
              <a:t>Predefined Variables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"/>
          <p:cNvSpPr/>
          <p:nvPr/>
        </p:nvSpPr>
        <p:spPr>
          <a:xfrm>
            <a:off x="7620120" y="6553080"/>
            <a:ext cx="1523880" cy="3049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3" name="Google Shape;273;p14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Local Variables</a:t>
            </a:r>
            <a:endParaRPr/>
          </a:p>
        </p:txBody>
      </p:sp>
      <p:sp>
        <p:nvSpPr>
          <p:cNvPr id="274" name="Google Shape;274;p14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Local variables are given values that are known only to the shell in which they are created.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Variables names must begin with an alphabetic or underscore character.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"/>
          <p:cNvSpPr/>
          <p:nvPr/>
        </p:nvSpPr>
        <p:spPr>
          <a:xfrm>
            <a:off x="7620120" y="6553080"/>
            <a:ext cx="1523880" cy="3049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83" name="Google Shape;283;p15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Examples</a:t>
            </a:r>
            <a:endParaRPr/>
          </a:p>
        </p:txBody>
      </p:sp>
      <p:sp>
        <p:nvSpPr>
          <p:cNvPr id="284" name="Google Shape;284;p15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/>
              <a:t>$ state=cal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/>
              <a:t>$ echo $state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/>
              <a:t>	cal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/>
              <a:t>$ name=“Sherine Bahader”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/>
              <a:t>$ echo $name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/>
              <a:t>	Sherine Bahader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/>
              <a:t>$ x=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/>
              <a:t>$ echo $x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/>
              <a:t>$ echo ${state}ifornia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/>
              <a:t>	california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"/>
          <p:cNvSpPr/>
          <p:nvPr/>
        </p:nvSpPr>
        <p:spPr>
          <a:xfrm>
            <a:off x="7620120" y="6553080"/>
            <a:ext cx="1523880" cy="3049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93" name="Google Shape;293;p16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Arithmetic</a:t>
            </a:r>
            <a:endParaRPr/>
          </a:p>
        </p:txBody>
      </p:sp>
      <p:sp>
        <p:nvSpPr>
          <p:cNvPr id="294" name="Google Shape;294;p16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ksh/bash support integers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typeset –i variable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typeset –i num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num=5+5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echo $num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10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Examples</a:t>
            </a:r>
            <a:endParaRPr/>
          </a:p>
        </p:txBody>
      </p:sp>
      <p:sp>
        <p:nvSpPr>
          <p:cNvPr id="303" name="Google Shape;303;p17"/>
          <p:cNvSpPr txBox="1"/>
          <p:nvPr>
            <p:ph idx="1" type="body"/>
          </p:nvPr>
        </p:nvSpPr>
        <p:spPr>
          <a:xfrm>
            <a:off x="251520" y="1600200"/>
            <a:ext cx="8435280" cy="46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num=5 + 5	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bash: +: not found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num=4*6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echo $num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24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num=“4 * 6”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echo $num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24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num=6.789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echo $num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num=hello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echo $num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Examples</a:t>
            </a:r>
            <a:endParaRPr/>
          </a:p>
        </p:txBody>
      </p:sp>
      <p:sp>
        <p:nvSpPr>
          <p:cNvPr id="312" name="Google Shape;312;p18"/>
          <p:cNvSpPr txBox="1"/>
          <p:nvPr>
            <p:ph idx="1" type="body"/>
          </p:nvPr>
        </p:nvSpPr>
        <p:spPr>
          <a:xfrm>
            <a:off x="251520" y="1600200"/>
            <a:ext cx="8435280" cy="46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i=5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let i=i+1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echo $i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let “i = i + 2”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echo $i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let “i+=1”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echo $i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Output: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i=9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((i  = i * 6))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echo $i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54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Environment Variables</a:t>
            </a:r>
            <a:endParaRPr/>
          </a:p>
        </p:txBody>
      </p:sp>
      <p:sp>
        <p:nvSpPr>
          <p:cNvPr id="321" name="Google Shape;321;p19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To set a variable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VAR=value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export VAR=value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To unset a variable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unset VAR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To display all variables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env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printenv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To display values stored in variables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echo $VAR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print $var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0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Environment Variables</a:t>
            </a:r>
            <a:endParaRPr/>
          </a:p>
        </p:txBody>
      </p:sp>
      <p:sp>
        <p:nvSpPr>
          <p:cNvPr id="330" name="Google Shape;330;p20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Environment variables are available to the shell in which they are created and any sub-shells.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HOME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PS1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LOGNAME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PS2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….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"/>
          <p:cNvSpPr/>
          <p:nvPr/>
        </p:nvSpPr>
        <p:spPr>
          <a:xfrm>
            <a:off x="7620120" y="6553080"/>
            <a:ext cx="1523880" cy="3049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9" name="Google Shape;339;p21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Environment Variables</a:t>
            </a:r>
            <a:endParaRPr/>
          </a:p>
        </p:txBody>
      </p:sp>
      <p:sp>
        <p:nvSpPr>
          <p:cNvPr id="340" name="Google Shape;340;p21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PS1="$LOGNAME@`uname -n`: \$ "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echo $PS1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user1@host1: $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echo $PATH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/usr/dt/bin:/usr/openwin/bin:/usr/bin:/usr/ucb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PATH=$PATH:~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echo $PATH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/usr/bin:/bin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2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Environment Variables</a:t>
            </a:r>
            <a:endParaRPr/>
          </a:p>
        </p:txBody>
      </p:sp>
      <p:sp>
        <p:nvSpPr>
          <p:cNvPr id="349" name="Google Shape;349;p22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Quoting is a process that instructs the shell to mask, or ignore, the special meaning of metacharacters.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Single forward quotation instruct the shell to ignore all metacharacters.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Double quotation instruct the shell to ignore all metacharacters except $ ` \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A backslash (\) character prevents the shell from interpreting the next character as a metacharacter.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3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Environment Variables</a:t>
            </a:r>
            <a:endParaRPr/>
          </a:p>
        </p:txBody>
      </p:sp>
      <p:sp>
        <p:nvSpPr>
          <p:cNvPr id="358" name="Google Shape;358;p23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echo '$SHELL‘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$SHELL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echo "$SHELL"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/bin/ksh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echo "\$SHELL"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$SHELL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echo "Today's date is `date`“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Today's date is Tue May 2 14:10:05 MDT 2002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echo "The user is currently in the $(pwd) directory.“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The user is currently in the /home/user1 directory.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4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Predefined Variables</a:t>
            </a:r>
            <a:endParaRPr/>
          </a:p>
        </p:txBody>
      </p:sp>
      <p:sp>
        <p:nvSpPr>
          <p:cNvPr id="367" name="Google Shape;367;p24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Predefined variables are variables known to the shell and their values are assigned by the shell.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$#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/>
              <a:t>Number of arguments</a:t>
            </a:r>
            <a:endParaRPr/>
          </a:p>
          <a:p>
            <a:pPr indent="-342900" lvl="0" marL="342900" rtl="0" algn="l"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3100">
                <a:latin typeface="Courier New"/>
                <a:ea typeface="Courier New"/>
                <a:cs typeface="Courier New"/>
                <a:sym typeface="Courier New"/>
              </a:rPr>
              <a:t>$*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/>
              <a:t>List of all arguments</a:t>
            </a:r>
            <a:endParaRPr/>
          </a:p>
          <a:p>
            <a:pPr indent="-342900" lvl="0" marL="342900" rtl="0" algn="l"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3100">
                <a:latin typeface="Courier New"/>
                <a:ea typeface="Courier New"/>
                <a:cs typeface="Courier New"/>
                <a:sym typeface="Courier New"/>
              </a:rPr>
              <a:t>$0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/>
              <a:t>Script name</a:t>
            </a:r>
            <a:endParaRPr/>
          </a:p>
          <a:p>
            <a:pPr indent="-342900" lvl="0" marL="342900" rtl="0" algn="l"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3100">
                <a:latin typeface="Courier New"/>
                <a:ea typeface="Courier New"/>
                <a:cs typeface="Courier New"/>
                <a:sym typeface="Courier New"/>
              </a:rPr>
              <a:t>$1, $2,...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/>
              <a:t>First argument, second argument,..</a:t>
            </a:r>
            <a:endParaRPr/>
          </a:p>
          <a:p>
            <a:pPr indent="-342900" lvl="0" marL="342900" rtl="0" algn="l"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3100">
                <a:latin typeface="Courier New"/>
                <a:ea typeface="Courier New"/>
                <a:cs typeface="Courier New"/>
                <a:sym typeface="Courier New"/>
              </a:rPr>
              <a:t>$?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/>
              <a:t>Return code of the last command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5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Examples</a:t>
            </a:r>
            <a:endParaRPr/>
          </a:p>
        </p:txBody>
      </p:sp>
      <p:sp>
        <p:nvSpPr>
          <p:cNvPr id="376" name="Google Shape;376;p25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print The name of the script $0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print The first argument $1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print The second argument $2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print the number of arguments $#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oldarg=$*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# reset predefined variables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set Ahmed Mohamed Adel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print all arguments are $*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print the number of arguments $#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print $oldarg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# predefined variables are unassigned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set --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print Good-bye for now, $1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set $oldarg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$ print $*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Reading User Input</a:t>
            </a:r>
            <a:endParaRPr/>
          </a:p>
        </p:txBody>
      </p:sp>
      <p:sp>
        <p:nvSpPr>
          <p:cNvPr id="385" name="Google Shape;385;p26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#!/usr/bin/ksh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print “Are you happy ?”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read answer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print “$answer is the right response.”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print “What is your full name?”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read first middle last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print “hello $first”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print “where do you work?”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print I guess $REPLY keeps you busy !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read place?”where do you live?”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print Welcome to $place, $first $last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7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3600"/>
              <a:t>Conditional Constructs and Flow control</a:t>
            </a:r>
            <a:endParaRPr/>
          </a:p>
        </p:txBody>
      </p:sp>
      <p:sp>
        <p:nvSpPr>
          <p:cNvPr id="392" name="Google Shape;392;p27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Conditional commands allow you to perform some tasks based on whether or not a condition succeeds or fails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if</a:t>
            </a:r>
            <a:endParaRPr sz="1800"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if/else</a:t>
            </a:r>
            <a:r>
              <a:rPr lang="en-US" sz="1800"/>
              <a:t>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if/elif/else</a:t>
            </a:r>
            <a:endParaRPr sz="1800"/>
          </a:p>
          <a:p>
            <a:pPr indent="-215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The shell expects a command after an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2000"/>
              <a:t> and the exit status of the command is used to evaluate the condition.</a:t>
            </a:r>
            <a:endParaRPr/>
          </a:p>
          <a:p>
            <a:pPr indent="-215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To evaluate an expression use the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test</a:t>
            </a:r>
            <a:r>
              <a:rPr lang="en-US" sz="2000"/>
              <a:t> command or square brackets.</a:t>
            </a:r>
            <a:endParaRPr/>
          </a:p>
        </p:txBody>
      </p:sp>
      <p:sp>
        <p:nvSpPr>
          <p:cNvPr id="393" name="Google Shape;39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2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/>
              <a:t> command</a:t>
            </a:r>
            <a:endParaRPr sz="2400"/>
          </a:p>
        </p:txBody>
      </p:sp>
      <p:sp>
        <p:nvSpPr>
          <p:cNvPr id="400" name="Google Shape;400;p32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if command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… commands …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fi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or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if [ expression ]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then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… commands …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fi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if command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… commands …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if command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… commands …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fi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fi</a:t>
            </a:r>
            <a:endParaRPr/>
          </a:p>
        </p:txBody>
      </p:sp>
      <p:sp>
        <p:nvSpPr>
          <p:cNvPr id="401" name="Google Shape;401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Testing and logical operations</a:t>
            </a:r>
            <a:endParaRPr/>
          </a:p>
        </p:txBody>
      </p:sp>
      <p:sp>
        <p:nvSpPr>
          <p:cNvPr id="408" name="Google Shape;408;p28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String Testing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string1=string2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string1!=string2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string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-z string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-n string</a:t>
            </a:r>
            <a:endParaRPr/>
          </a:p>
        </p:txBody>
      </p:sp>
      <p:sp>
        <p:nvSpPr>
          <p:cNvPr id="409" name="Google Shape;40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0" name="Google Shape;410;p28"/>
          <p:cNvSpPr txBox="1"/>
          <p:nvPr>
            <p:ph idx="4294967295" type="body"/>
          </p:nvPr>
        </p:nvSpPr>
        <p:spPr>
          <a:xfrm>
            <a:off x="4721225" y="1204913"/>
            <a:ext cx="4422775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/>
              <a:t>string1 is equal string2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/>
              <a:t>string1 is not equal string2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/>
              <a:t>string is not null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/>
              <a:t>Length of string is zero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/>
              <a:t>Length of string is nonzero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9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Testing and logical operations </a:t>
            </a:r>
            <a:r>
              <a:rPr lang="en-US" sz="2000"/>
              <a:t>(cont.)</a:t>
            </a:r>
            <a:endParaRPr/>
          </a:p>
        </p:txBody>
      </p:sp>
      <p:sp>
        <p:nvSpPr>
          <p:cNvPr id="417" name="Google Shape;417;p29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Integer Testing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int1 –eq int2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int1 –ne int2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int1 –gt int2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int1 –ge int2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int1 –lt int2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int1 –le int2</a:t>
            </a:r>
            <a:endParaRPr/>
          </a:p>
        </p:txBody>
      </p:sp>
      <p:sp>
        <p:nvSpPr>
          <p:cNvPr id="418" name="Google Shape;418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9" name="Google Shape;419;p29"/>
          <p:cNvSpPr txBox="1"/>
          <p:nvPr>
            <p:ph idx="4294967295" type="body"/>
          </p:nvPr>
        </p:nvSpPr>
        <p:spPr>
          <a:xfrm>
            <a:off x="5414963" y="1387475"/>
            <a:ext cx="3729037" cy="447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t/>
            </a:r>
            <a:endParaRPr sz="2200"/>
          </a:p>
          <a:p>
            <a:pPr indent="-254000" lvl="0" marL="342900" rtl="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t/>
            </a:r>
            <a:endParaRPr sz="1400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equal to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not equal to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greater than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greater or equal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less than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less or equal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Testing and logical operations </a:t>
            </a:r>
            <a:r>
              <a:rPr lang="en-US" sz="2000"/>
              <a:t>(cont.)</a:t>
            </a:r>
            <a:endParaRPr/>
          </a:p>
        </p:txBody>
      </p:sp>
      <p:sp>
        <p:nvSpPr>
          <p:cNvPr id="426" name="Google Shape;426;p30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!</a:t>
            </a:r>
            <a:endParaRPr/>
          </a:p>
          <a:p>
            <a:pPr indent="-323850" lvl="0" marL="342900" rtl="0" algn="l"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300"/>
              <a:buNone/>
            </a:pPr>
            <a:r>
              <a:t/>
            </a:r>
            <a:endParaRPr sz="3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-a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-o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-f filename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-h filename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-r filename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-w filename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-x filename</a:t>
            </a:r>
            <a:endParaRPr/>
          </a:p>
        </p:txBody>
      </p:sp>
      <p:sp>
        <p:nvSpPr>
          <p:cNvPr id="427" name="Google Shape;42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8" name="Google Shape;428;p30"/>
          <p:cNvSpPr txBox="1"/>
          <p:nvPr>
            <p:ph idx="4294967295" type="body"/>
          </p:nvPr>
        </p:nvSpPr>
        <p:spPr>
          <a:xfrm>
            <a:off x="4638675" y="1433513"/>
            <a:ext cx="4505325" cy="447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not operator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and operator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or operator</a:t>
            </a:r>
            <a:endParaRPr/>
          </a:p>
          <a:p>
            <a:pPr indent="-298450" lvl="0" marL="342900" rtl="0" algn="l">
              <a:spcBef>
                <a:spcPts val="14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</a:pPr>
            <a:r>
              <a:t/>
            </a:r>
            <a:endParaRPr sz="700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file existence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symbolic link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readable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writable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/>
              <a:t>executable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1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Examples</a:t>
            </a:r>
            <a:endParaRPr/>
          </a:p>
        </p:txBody>
      </p:sp>
      <p:sp>
        <p:nvSpPr>
          <p:cNvPr id="434" name="Google Shape;434;p31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test –r fname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test “islam” = “islama”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test 5 –gt 3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test “sbahader” = “sbahader” –a 5 –gt 3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</p:txBody>
      </p:sp>
      <p:sp>
        <p:nvSpPr>
          <p:cNvPr id="435" name="Google Shape;435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3"/>
          <p:cNvSpPr txBox="1"/>
          <p:nvPr>
            <p:ph type="title"/>
          </p:nvPr>
        </p:nvSpPr>
        <p:spPr>
          <a:xfrm>
            <a:off x="251520" y="332656"/>
            <a:ext cx="6983992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Examples</a:t>
            </a:r>
            <a:endParaRPr/>
          </a:p>
        </p:txBody>
      </p:sp>
      <p:sp>
        <p:nvSpPr>
          <p:cNvPr id="442" name="Google Shape;442;p33"/>
          <p:cNvSpPr txBox="1"/>
          <p:nvPr>
            <p:ph idx="1" type="body"/>
          </p:nvPr>
        </p:nvSpPr>
        <p:spPr>
          <a:xfrm>
            <a:off x="25152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if  test  -f   file1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&gt;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&gt;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cat file1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fi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 if  [  -f   file1  ]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 then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 cat file1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fi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echo “Are you ok?”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read answer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if [ $answer = Y –o $answer = y ]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 &gt; 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echo “Glad to hear that ☺”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fi</a:t>
            </a:r>
            <a:endParaRPr/>
          </a:p>
        </p:txBody>
      </p:sp>
      <p:sp>
        <p:nvSpPr>
          <p:cNvPr id="443" name="Google Shape;44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4"/>
          <p:cNvSpPr txBox="1"/>
          <p:nvPr>
            <p:ph type="title"/>
          </p:nvPr>
        </p:nvSpPr>
        <p:spPr>
          <a:xfrm>
            <a:off x="323528" y="3212977"/>
            <a:ext cx="8424936" cy="1728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SBAHADER@GMAIL.COM</a:t>
            </a:r>
            <a:endParaRPr/>
          </a:p>
        </p:txBody>
      </p:sp>
      <p:sp>
        <p:nvSpPr>
          <p:cNvPr id="449" name="Google Shape;449;p34"/>
          <p:cNvSpPr txBox="1"/>
          <p:nvPr>
            <p:ph idx="1" type="body"/>
          </p:nvPr>
        </p:nvSpPr>
        <p:spPr>
          <a:xfrm>
            <a:off x="323528" y="2078907"/>
            <a:ext cx="8424936" cy="1134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8D8C"/>
              </a:buClr>
              <a:buSzPts val="2000"/>
              <a:buNone/>
            </a:pPr>
            <a:r>
              <a:rPr lang="en-US"/>
              <a:t>Thanks ☺</a:t>
            </a:r>
            <a:endParaRPr/>
          </a:p>
        </p:txBody>
      </p:sp>
      <p:sp>
        <p:nvSpPr>
          <p:cNvPr id="450" name="Google Shape;450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EC8D8C"/>
                </a:solidFill>
              </a:rPr>
              <a:t>‹#›</a:t>
            </a:fld>
            <a:endParaRPr>
              <a:solidFill>
                <a:srgbClr val="EC8D8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Red">
      <a:dk1>
        <a:srgbClr val="E5332E"/>
      </a:dk1>
      <a:lt1>
        <a:srgbClr val="FFFFFF"/>
      </a:lt1>
      <a:dk2>
        <a:srgbClr val="027AFF"/>
      </a:dk2>
      <a:lt2>
        <a:srgbClr val="EEECE1"/>
      </a:lt2>
      <a:accent1>
        <a:srgbClr val="027AFF"/>
      </a:accent1>
      <a:accent2>
        <a:srgbClr val="E5332E"/>
      </a:accent2>
      <a:accent3>
        <a:srgbClr val="9BBB59"/>
      </a:accent3>
      <a:accent4>
        <a:srgbClr val="FFFC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2013-09-11T13:33:20Z</dcterms:created>
  <dc:creator>OS-Sherine</dc:creator>
</cp:coreProperties>
</file>