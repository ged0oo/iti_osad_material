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858000" cy="9144000"/>
  <p:embeddedFontLst>
    <p:embeddedFont>
      <p:font typeface="Quattrocento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41" roundtripDataSignature="AMtx7mj/LfkojYryW7zyKjYYitBlrt5z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QuattrocentoSans-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QuattrocentoSans-italic.fntdata"/><Relationship Id="rId16" Type="http://schemas.openxmlformats.org/officeDocument/2006/relationships/slide" Target="slides/slide11.xml"/><Relationship Id="rId38" Type="http://schemas.openxmlformats.org/officeDocument/2006/relationships/font" Target="fonts/Quattrocento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7" name="Google Shape;12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9" name="Google Shape;14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4" marL="1828800" rtl="0" algn="l">
              <a:spcBef>
                <a:spcPts val="0"/>
              </a:spcBef>
              <a:spcAft>
                <a:spcPts val="0"/>
              </a:spcAft>
              <a:buNone/>
            </a:pPr>
            <a:r>
              <a:rPr lang="en-US"/>
              <a:t>Output</a:t>
            </a:r>
            <a:endParaRPr/>
          </a:p>
          <a:p>
            <a:pPr indent="0" lvl="4" marL="1828800" rtl="0" algn="l">
              <a:spcBef>
                <a:spcPts val="0"/>
              </a:spcBef>
              <a:spcAft>
                <a:spcPts val="0"/>
              </a:spcAft>
              <a:buNone/>
            </a:pPr>
            <a:r>
              <a:rPr lang="en-US"/>
              <a:t>0</a:t>
            </a:r>
            <a:endParaRPr/>
          </a:p>
          <a:p>
            <a:pPr indent="0" lvl="4" marL="1828800" rtl="0" algn="l">
              <a:spcBef>
                <a:spcPts val="0"/>
              </a:spcBef>
              <a:spcAft>
                <a:spcPts val="0"/>
              </a:spcAft>
              <a:buNone/>
            </a:pPr>
            <a:r>
              <a:rPr lang="en-US"/>
              <a:t>1</a:t>
            </a:r>
            <a:endParaRPr/>
          </a:p>
          <a:p>
            <a:pPr indent="0" lvl="4" marL="1828800" rtl="0" algn="l">
              <a:spcBef>
                <a:spcPts val="0"/>
              </a:spcBef>
              <a:spcAft>
                <a:spcPts val="0"/>
              </a:spcAft>
              <a:buNone/>
            </a:pPr>
            <a:r>
              <a:rPr lang="en-US"/>
              <a:t>2</a:t>
            </a:r>
            <a:endParaRPr/>
          </a:p>
          <a:p>
            <a:pPr indent="0" lvl="4" marL="1828800" rtl="0" algn="l">
              <a:spcBef>
                <a:spcPts val="0"/>
              </a:spcBef>
              <a:spcAft>
                <a:spcPts val="0"/>
              </a:spcAft>
              <a:buNone/>
            </a:pPr>
            <a:r>
              <a:rPr lang="en-US"/>
              <a:t>3</a:t>
            </a:r>
            <a:endParaRPr/>
          </a:p>
          <a:p>
            <a:pPr indent="0" lvl="4" marL="1828800" rtl="0" algn="l">
              <a:spcBef>
                <a:spcPts val="0"/>
              </a:spcBef>
              <a:spcAft>
                <a:spcPts val="0"/>
              </a:spcAft>
              <a:buNone/>
            </a:pPr>
            <a:r>
              <a:rPr lang="en-US"/>
              <a:t>4</a:t>
            </a:r>
            <a:endParaRPr/>
          </a:p>
          <a:p>
            <a:pPr indent="0" lvl="4" marL="1828800" rtl="0" algn="l">
              <a:spcBef>
                <a:spcPts val="0"/>
              </a:spcBef>
              <a:spcAft>
                <a:spcPts val="0"/>
              </a:spcAft>
              <a:buNone/>
            </a:pPr>
            <a:r>
              <a:rPr lang="en-US"/>
              <a:t>5</a:t>
            </a:r>
            <a:endParaRPr/>
          </a:p>
          <a:p>
            <a:pPr indent="0" lvl="4" marL="1828800" rtl="0" algn="l">
              <a:spcBef>
                <a:spcPts val="0"/>
              </a:spcBef>
              <a:spcAft>
                <a:spcPts val="0"/>
              </a:spcAft>
              <a:buNone/>
            </a:pPr>
            <a:r>
              <a:rPr lang="en-US"/>
              <a:t>6</a:t>
            </a:r>
            <a:endParaRPr/>
          </a:p>
          <a:p>
            <a:pPr indent="0" lvl="4" marL="1828800" rtl="0" algn="l">
              <a:spcBef>
                <a:spcPts val="0"/>
              </a:spcBef>
              <a:spcAft>
                <a:spcPts val="0"/>
              </a:spcAft>
              <a:buNone/>
            </a:pPr>
            <a:r>
              <a:rPr lang="en-US"/>
              <a:t>7</a:t>
            </a:r>
            <a:endParaRPr/>
          </a:p>
          <a:p>
            <a:pPr indent="0" lvl="4" marL="1828800" rtl="0" algn="l">
              <a:spcBef>
                <a:spcPts val="0"/>
              </a:spcBef>
              <a:spcAft>
                <a:spcPts val="0"/>
              </a:spcAft>
              <a:buNone/>
            </a:pPr>
            <a:r>
              <a:rPr lang="en-US"/>
              <a:t>8</a:t>
            </a:r>
            <a:endParaRPr/>
          </a:p>
          <a:p>
            <a:pPr indent="0" lvl="4" marL="1828800" rtl="0" algn="l">
              <a:spcBef>
                <a:spcPts val="0"/>
              </a:spcBef>
              <a:spcAft>
                <a:spcPts val="0"/>
              </a:spcAft>
              <a:buNone/>
            </a:pPr>
            <a:r>
              <a:rPr lang="en-US"/>
              <a:t>9</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5" name="Google Shape;16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3" name="Google Shape;17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9" name="Google Shape;18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7" name="Google Shape;19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5" name="Google Shape;20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3" name="Google Shape;21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1" name="Google Shape;22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0" name="Google Shape;23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8" name="Google Shape;23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7" name="Google Shape;24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New test Command , with [[..]] compound test command, additional operators are available . Wildcards can be used in string- matching tests.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5" name="Google Shape;25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3" name="Google Shape;26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9" name="Google Shape;27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7" name="Google Shape;28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5" name="Google Shape;29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3" name="Google Shape;30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8" name="Google Shape;31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3" name="Google Shape;33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pic>
        <p:nvPicPr>
          <p:cNvPr id="21" name="Google Shape;21;p33"/>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2" name="Google Shape;22;p33"/>
          <p:cNvSpPr txBox="1"/>
          <p:nvPr>
            <p:ph type="ctrTitle"/>
          </p:nvPr>
        </p:nvSpPr>
        <p:spPr>
          <a:xfrm>
            <a:off x="323528" y="404664"/>
            <a:ext cx="8712968"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5400"/>
              <a:buFont typeface="Calibri"/>
              <a:buNone/>
              <a:defRPr b="1"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3"/>
          <p:cNvSpPr txBox="1"/>
          <p:nvPr>
            <p:ph idx="12" type="sldNum"/>
          </p:nvPr>
        </p:nvSpPr>
        <p:spPr>
          <a:xfrm>
            <a:off x="539552" y="6356350"/>
            <a:ext cx="21336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rgbClr val="EC8D8C"/>
                </a:solidFill>
                <a:latin typeface="Calibri"/>
                <a:ea typeface="Calibri"/>
                <a:cs typeface="Calibri"/>
                <a:sym typeface="Calibri"/>
              </a:defRPr>
            </a:lvl1pPr>
            <a:lvl2pPr indent="0" lvl="1" marL="0" algn="l">
              <a:spcBef>
                <a:spcPts val="0"/>
              </a:spcBef>
              <a:buNone/>
              <a:defRPr b="0" i="0" sz="1200" u="none" cap="none" strike="noStrike">
                <a:solidFill>
                  <a:srgbClr val="EC8D8C"/>
                </a:solidFill>
                <a:latin typeface="Calibri"/>
                <a:ea typeface="Calibri"/>
                <a:cs typeface="Calibri"/>
                <a:sym typeface="Calibri"/>
              </a:defRPr>
            </a:lvl2pPr>
            <a:lvl3pPr indent="0" lvl="2" marL="0" algn="l">
              <a:spcBef>
                <a:spcPts val="0"/>
              </a:spcBef>
              <a:buNone/>
              <a:defRPr b="0" i="0" sz="1200" u="none" cap="none" strike="noStrike">
                <a:solidFill>
                  <a:srgbClr val="EC8D8C"/>
                </a:solidFill>
                <a:latin typeface="Calibri"/>
                <a:ea typeface="Calibri"/>
                <a:cs typeface="Calibri"/>
                <a:sym typeface="Calibri"/>
              </a:defRPr>
            </a:lvl3pPr>
            <a:lvl4pPr indent="0" lvl="3" marL="0" algn="l">
              <a:spcBef>
                <a:spcPts val="0"/>
              </a:spcBef>
              <a:buNone/>
              <a:defRPr b="0" i="0" sz="1200" u="none" cap="none" strike="noStrike">
                <a:solidFill>
                  <a:srgbClr val="EC8D8C"/>
                </a:solidFill>
                <a:latin typeface="Calibri"/>
                <a:ea typeface="Calibri"/>
                <a:cs typeface="Calibri"/>
                <a:sym typeface="Calibri"/>
              </a:defRPr>
            </a:lvl4pPr>
            <a:lvl5pPr indent="0" lvl="4" marL="0" algn="l">
              <a:spcBef>
                <a:spcPts val="0"/>
              </a:spcBef>
              <a:buNone/>
              <a:defRPr b="0" i="0" sz="1200" u="none" cap="none" strike="noStrike">
                <a:solidFill>
                  <a:srgbClr val="EC8D8C"/>
                </a:solidFill>
                <a:latin typeface="Calibri"/>
                <a:ea typeface="Calibri"/>
                <a:cs typeface="Calibri"/>
                <a:sym typeface="Calibri"/>
              </a:defRPr>
            </a:lvl5pPr>
            <a:lvl6pPr indent="0" lvl="5" marL="0" algn="l">
              <a:spcBef>
                <a:spcPts val="0"/>
              </a:spcBef>
              <a:buNone/>
              <a:defRPr b="0" i="0" sz="1200" u="none" cap="none" strike="noStrike">
                <a:solidFill>
                  <a:srgbClr val="EC8D8C"/>
                </a:solidFill>
                <a:latin typeface="Calibri"/>
                <a:ea typeface="Calibri"/>
                <a:cs typeface="Calibri"/>
                <a:sym typeface="Calibri"/>
              </a:defRPr>
            </a:lvl6pPr>
            <a:lvl7pPr indent="0" lvl="6" marL="0" algn="l">
              <a:spcBef>
                <a:spcPts val="0"/>
              </a:spcBef>
              <a:buNone/>
              <a:defRPr b="0" i="0" sz="1200" u="none" cap="none" strike="noStrike">
                <a:solidFill>
                  <a:srgbClr val="EC8D8C"/>
                </a:solidFill>
                <a:latin typeface="Calibri"/>
                <a:ea typeface="Calibri"/>
                <a:cs typeface="Calibri"/>
                <a:sym typeface="Calibri"/>
              </a:defRPr>
            </a:lvl7pPr>
            <a:lvl8pPr indent="0" lvl="7" marL="0" algn="l">
              <a:spcBef>
                <a:spcPts val="0"/>
              </a:spcBef>
              <a:buNone/>
              <a:defRPr b="0" i="0" sz="1200" u="none" cap="none" strike="noStrike">
                <a:solidFill>
                  <a:srgbClr val="EC8D8C"/>
                </a:solidFill>
                <a:latin typeface="Calibri"/>
                <a:ea typeface="Calibri"/>
                <a:cs typeface="Calibri"/>
                <a:sym typeface="Calibri"/>
              </a:defRPr>
            </a:lvl8pPr>
            <a:lvl9pPr indent="0" lvl="8" marL="0" algn="l">
              <a:spcBef>
                <a:spcPts val="0"/>
              </a:spcBef>
              <a:buNone/>
              <a:defRPr b="0" i="0" sz="1200" u="none" cap="none" strike="noStrike">
                <a:solidFill>
                  <a:srgbClr val="EC8D8C"/>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25" name="Google Shape;25;p33"/>
          <p:cNvCxnSpPr/>
          <p:nvPr/>
        </p:nvCxnSpPr>
        <p:spPr>
          <a:xfrm>
            <a:off x="2124512" y="5949280"/>
            <a:ext cx="7056000" cy="0"/>
          </a:xfrm>
          <a:prstGeom prst="straightConnector1">
            <a:avLst/>
          </a:prstGeom>
          <a:noFill/>
          <a:ln cap="flat" cmpd="sng" w="57150">
            <a:solidFill>
              <a:srgbClr val="E5332E"/>
            </a:solidFill>
            <a:prstDash val="solid"/>
            <a:round/>
            <a:headEnd len="sm" w="sm" type="none"/>
            <a:tailEnd len="sm" w="sm" type="none"/>
          </a:ln>
        </p:spPr>
      </p:cxnSp>
      <p:cxnSp>
        <p:nvCxnSpPr>
          <p:cNvPr id="26" name="Google Shape;26;p33"/>
          <p:cNvCxnSpPr/>
          <p:nvPr/>
        </p:nvCxnSpPr>
        <p:spPr>
          <a:xfrm rot="10800000">
            <a:off x="-36512" y="5949280"/>
            <a:ext cx="504056" cy="0"/>
          </a:xfrm>
          <a:prstGeom prst="straightConnector1">
            <a:avLst/>
          </a:prstGeom>
          <a:noFill/>
          <a:ln cap="flat" cmpd="sng" w="57150">
            <a:solidFill>
              <a:srgbClr val="E5332E"/>
            </a:solidFill>
            <a:prstDash val="solid"/>
            <a:round/>
            <a:headEnd len="sm" w="sm" type="none"/>
            <a:tailEnd len="sm" w="sm" type="none"/>
          </a:ln>
        </p:spPr>
      </p:cxnSp>
      <p:sp>
        <p:nvSpPr>
          <p:cNvPr id="27" name="Google Shape;27;p33"/>
          <p:cNvSpPr/>
          <p:nvPr/>
        </p:nvSpPr>
        <p:spPr>
          <a:xfrm>
            <a:off x="-180528" y="692696"/>
            <a:ext cx="504056" cy="792088"/>
          </a:xfrm>
          <a:prstGeom prst="roundRect">
            <a:avLst>
              <a:gd fmla="val 31263" name="adj"/>
            </a:avLst>
          </a:prstGeom>
          <a:solidFill>
            <a:srgbClr val="E533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8" name="Google Shape;28;p33"/>
          <p:cNvPicPr preferRelativeResize="0"/>
          <p:nvPr/>
        </p:nvPicPr>
        <p:blipFill rotWithShape="1">
          <a:blip r:embed="rId3">
            <a:alphaModFix/>
          </a:blip>
          <a:srcRect b="0" l="0" r="0" t="0"/>
          <a:stretch/>
        </p:blipFill>
        <p:spPr>
          <a:xfrm>
            <a:off x="5148064" y="4302971"/>
            <a:ext cx="3580953" cy="2006349"/>
          </a:xfrm>
          <a:prstGeom prst="rect">
            <a:avLst/>
          </a:prstGeom>
          <a:noFill/>
          <a:ln>
            <a:noFill/>
          </a:ln>
        </p:spPr>
      </p:pic>
      <p:pic>
        <p:nvPicPr>
          <p:cNvPr id="29" name="Google Shape;29;p33"/>
          <p:cNvPicPr preferRelativeResize="0"/>
          <p:nvPr/>
        </p:nvPicPr>
        <p:blipFill rotWithShape="1">
          <a:blip r:embed="rId4">
            <a:alphaModFix/>
          </a:blip>
          <a:srcRect b="0" l="0" r="0" t="0"/>
          <a:stretch/>
        </p:blipFill>
        <p:spPr>
          <a:xfrm>
            <a:off x="7619925" y="6008932"/>
            <a:ext cx="1181100" cy="581025"/>
          </a:xfrm>
          <a:prstGeom prst="rect">
            <a:avLst/>
          </a:prstGeom>
          <a:noFill/>
          <a:ln>
            <a:noFill/>
          </a:ln>
        </p:spPr>
      </p:pic>
      <p:sp>
        <p:nvSpPr>
          <p:cNvPr id="30" name="Google Shape;30;p33"/>
          <p:cNvSpPr/>
          <p:nvPr/>
        </p:nvSpPr>
        <p:spPr>
          <a:xfrm>
            <a:off x="7812360" y="676228"/>
            <a:ext cx="2016224" cy="108012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 name="Google Shape;31;p33"/>
          <p:cNvSpPr/>
          <p:nvPr/>
        </p:nvSpPr>
        <p:spPr>
          <a:xfrm>
            <a:off x="8244408" y="404664"/>
            <a:ext cx="936104" cy="288032"/>
          </a:xfrm>
          <a:prstGeom prst="rect">
            <a:avLst/>
          </a:prstGeom>
          <a:solidFill>
            <a:schemeClr val="dk1"/>
          </a:solidFill>
          <a:ln cap="flat" cmpd="sng" w="25400">
            <a:solidFill>
              <a:srgbClr val="A7252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Calibri"/>
                <a:ea typeface="Calibri"/>
                <a:cs typeface="Calibri"/>
                <a:sym typeface="Calibri"/>
              </a:rPr>
              <a:t>NOW</a:t>
            </a:r>
            <a:endParaRPr/>
          </a:p>
        </p:txBody>
      </p:sp>
      <p:pic>
        <p:nvPicPr>
          <p:cNvPr id="32" name="Google Shape;32;p33"/>
          <p:cNvPicPr preferRelativeResize="0"/>
          <p:nvPr/>
        </p:nvPicPr>
        <p:blipFill rotWithShape="1">
          <a:blip r:embed="rId5">
            <a:alphaModFix/>
          </a:blip>
          <a:srcRect b="0" l="0" r="0" t="0"/>
          <a:stretch/>
        </p:blipFill>
        <p:spPr>
          <a:xfrm rot="466993">
            <a:off x="1524381" y="2249361"/>
            <a:ext cx="6095238" cy="1777778"/>
          </a:xfrm>
          <a:prstGeom prst="rect">
            <a:avLst/>
          </a:prstGeom>
          <a:noFill/>
          <a:ln>
            <a:noFill/>
          </a:ln>
        </p:spPr>
      </p:pic>
      <p:sp>
        <p:nvSpPr>
          <p:cNvPr id="33" name="Google Shape;33;p33"/>
          <p:cNvSpPr txBox="1"/>
          <p:nvPr/>
        </p:nvSpPr>
        <p:spPr>
          <a:xfrm rot="394127">
            <a:off x="2187294" y="2212641"/>
            <a:ext cx="1542317"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000000"/>
                </a:solidFill>
                <a:latin typeface="Quattrocento Sans"/>
                <a:ea typeface="Quattrocento Sans"/>
                <a:cs typeface="Quattrocento Sans"/>
                <a:sym typeface="Quattrocento Sans"/>
              </a:rPr>
              <a:t>Script</a:t>
            </a:r>
            <a:endParaRPr/>
          </a:p>
        </p:txBody>
      </p:sp>
      <p:sp>
        <p:nvSpPr>
          <p:cNvPr id="34" name="Google Shape;34;p33"/>
          <p:cNvSpPr txBox="1"/>
          <p:nvPr/>
        </p:nvSpPr>
        <p:spPr>
          <a:xfrm rot="394127">
            <a:off x="2861632" y="3404710"/>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AWK</a:t>
            </a:r>
            <a:endParaRPr/>
          </a:p>
        </p:txBody>
      </p:sp>
      <p:sp>
        <p:nvSpPr>
          <p:cNvPr id="35" name="Google Shape;35;p33"/>
          <p:cNvSpPr txBox="1"/>
          <p:nvPr/>
        </p:nvSpPr>
        <p:spPr>
          <a:xfrm rot="394127">
            <a:off x="4749223" y="3692742"/>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Sourcing</a:t>
            </a:r>
            <a:endParaRPr/>
          </a:p>
        </p:txBody>
      </p:sp>
      <p:sp>
        <p:nvSpPr>
          <p:cNvPr id="36" name="Google Shape;36;p33"/>
          <p:cNvSpPr txBox="1"/>
          <p:nvPr/>
        </p:nvSpPr>
        <p:spPr>
          <a:xfrm rot="394127">
            <a:off x="6178171" y="3862949"/>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Piping</a:t>
            </a:r>
            <a:endParaRPr/>
          </a:p>
        </p:txBody>
      </p:sp>
      <p:sp>
        <p:nvSpPr>
          <p:cNvPr id="37" name="Google Shape;37;p33"/>
          <p:cNvSpPr txBox="1"/>
          <p:nvPr/>
        </p:nvSpPr>
        <p:spPr>
          <a:xfrm rot="394127">
            <a:off x="1262561" y="3227974"/>
            <a:ext cx="15423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Quattrocento Sans"/>
                <a:ea typeface="Quattrocento Sans"/>
                <a:cs typeface="Quattrocento Sans"/>
                <a:sym typeface="Quattrocento Sans"/>
              </a:rPr>
              <a:t>SED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3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0000"/>
              </a:buClr>
              <a:buSzPts val="3200"/>
              <a:buChar char="•"/>
              <a:defRPr>
                <a:solidFill>
                  <a:srgbClr val="000000"/>
                </a:solidFill>
              </a:defRPr>
            </a:lvl1pPr>
            <a:lvl2pPr indent="-406400" lvl="1" marL="914400" algn="l">
              <a:spcBef>
                <a:spcPts val="560"/>
              </a:spcBef>
              <a:spcAft>
                <a:spcPts val="0"/>
              </a:spcAft>
              <a:buClr>
                <a:srgbClr val="000000"/>
              </a:buClr>
              <a:buSzPts val="2800"/>
              <a:buChar char="–"/>
              <a:defRPr>
                <a:solidFill>
                  <a:srgbClr val="000000"/>
                </a:solidFill>
              </a:defRPr>
            </a:lvl2pPr>
            <a:lvl3pPr indent="-381000" lvl="2" marL="1371600" algn="l">
              <a:spcBef>
                <a:spcPts val="480"/>
              </a:spcBef>
              <a:spcAft>
                <a:spcPts val="0"/>
              </a:spcAft>
              <a:buClr>
                <a:srgbClr val="000000"/>
              </a:buClr>
              <a:buSzPts val="2400"/>
              <a:buChar char="•"/>
              <a:defRPr>
                <a:solidFill>
                  <a:srgbClr val="000000"/>
                </a:solidFill>
              </a:defRPr>
            </a:lvl3pPr>
            <a:lvl4pPr indent="-355600" lvl="3" marL="1828800" algn="l">
              <a:spcBef>
                <a:spcPts val="400"/>
              </a:spcBef>
              <a:spcAft>
                <a:spcPts val="0"/>
              </a:spcAft>
              <a:buClr>
                <a:srgbClr val="000000"/>
              </a:buClr>
              <a:buSzPts val="2000"/>
              <a:buChar char="–"/>
              <a:defRPr>
                <a:solidFill>
                  <a:srgbClr val="000000"/>
                </a:solidFill>
              </a:defRPr>
            </a:lvl4pPr>
            <a:lvl5pPr indent="-355600" lvl="4" marL="2286000" algn="l">
              <a:spcBef>
                <a:spcPts val="400"/>
              </a:spcBef>
              <a:spcAft>
                <a:spcPts val="0"/>
              </a:spcAft>
              <a:buClr>
                <a:srgbClr val="000000"/>
              </a:buClr>
              <a:buSzPts val="2000"/>
              <a:buChar char="»"/>
              <a:defRPr>
                <a:solidFill>
                  <a:srgbClr val="000000"/>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0000"/>
                </a:solidFill>
                <a:latin typeface="Calibri"/>
                <a:ea typeface="Calibri"/>
                <a:cs typeface="Calibri"/>
                <a:sym typeface="Calibri"/>
              </a:defRPr>
            </a:lvl1pPr>
            <a:lvl2pPr indent="0" lvl="1" marL="0" algn="r">
              <a:spcBef>
                <a:spcPts val="0"/>
              </a:spcBef>
              <a:buNone/>
              <a:defRPr b="0" i="0" sz="1200" u="none" cap="none" strike="noStrike">
                <a:solidFill>
                  <a:srgbClr val="000000"/>
                </a:solidFill>
                <a:latin typeface="Calibri"/>
                <a:ea typeface="Calibri"/>
                <a:cs typeface="Calibri"/>
                <a:sym typeface="Calibri"/>
              </a:defRPr>
            </a:lvl2pPr>
            <a:lvl3pPr indent="0" lvl="2" marL="0" algn="r">
              <a:spcBef>
                <a:spcPts val="0"/>
              </a:spcBef>
              <a:buNone/>
              <a:defRPr b="0" i="0" sz="1200" u="none" cap="none" strike="noStrike">
                <a:solidFill>
                  <a:srgbClr val="000000"/>
                </a:solidFill>
                <a:latin typeface="Calibri"/>
                <a:ea typeface="Calibri"/>
                <a:cs typeface="Calibri"/>
                <a:sym typeface="Calibri"/>
              </a:defRPr>
            </a:lvl3pPr>
            <a:lvl4pPr indent="0" lvl="3" marL="0" algn="r">
              <a:spcBef>
                <a:spcPts val="0"/>
              </a:spcBef>
              <a:buNone/>
              <a:defRPr b="0" i="0" sz="1200" u="none" cap="none" strike="noStrike">
                <a:solidFill>
                  <a:srgbClr val="000000"/>
                </a:solidFill>
                <a:latin typeface="Calibri"/>
                <a:ea typeface="Calibri"/>
                <a:cs typeface="Calibri"/>
                <a:sym typeface="Calibri"/>
              </a:defRPr>
            </a:lvl4pPr>
            <a:lvl5pPr indent="0" lvl="4" marL="0" algn="r">
              <a:spcBef>
                <a:spcPts val="0"/>
              </a:spcBef>
              <a:buNone/>
              <a:defRPr b="0" i="0" sz="1200" u="none" cap="none" strike="noStrike">
                <a:solidFill>
                  <a:srgbClr val="000000"/>
                </a:solidFill>
                <a:latin typeface="Calibri"/>
                <a:ea typeface="Calibri"/>
                <a:cs typeface="Calibri"/>
                <a:sym typeface="Calibri"/>
              </a:defRPr>
            </a:lvl5pPr>
            <a:lvl6pPr indent="0" lvl="5" marL="0" algn="r">
              <a:spcBef>
                <a:spcPts val="0"/>
              </a:spcBef>
              <a:buNone/>
              <a:defRPr b="0" i="0" sz="1200" u="none" cap="none" strike="noStrike">
                <a:solidFill>
                  <a:srgbClr val="000000"/>
                </a:solidFill>
                <a:latin typeface="Calibri"/>
                <a:ea typeface="Calibri"/>
                <a:cs typeface="Calibri"/>
                <a:sym typeface="Calibri"/>
              </a:defRPr>
            </a:lvl6pPr>
            <a:lvl7pPr indent="0" lvl="6" marL="0" algn="r">
              <a:spcBef>
                <a:spcPts val="0"/>
              </a:spcBef>
              <a:buNone/>
              <a:defRPr b="0" i="0" sz="1200" u="none" cap="none" strike="noStrike">
                <a:solidFill>
                  <a:srgbClr val="000000"/>
                </a:solidFill>
                <a:latin typeface="Calibri"/>
                <a:ea typeface="Calibri"/>
                <a:cs typeface="Calibri"/>
                <a:sym typeface="Calibri"/>
              </a:defRPr>
            </a:lvl7pPr>
            <a:lvl8pPr indent="0" lvl="7" marL="0" algn="r">
              <a:spcBef>
                <a:spcPts val="0"/>
              </a:spcBef>
              <a:buNone/>
              <a:defRPr b="0" i="0" sz="1200" u="none" cap="none" strike="noStrike">
                <a:solidFill>
                  <a:srgbClr val="000000"/>
                </a:solidFill>
                <a:latin typeface="Calibri"/>
                <a:ea typeface="Calibri"/>
                <a:cs typeface="Calibri"/>
                <a:sym typeface="Calibri"/>
              </a:defRPr>
            </a:lvl8pPr>
            <a:lvl9pPr indent="0" lvl="8" marL="0" algn="r">
              <a:spcBef>
                <a:spcPts val="0"/>
              </a:spcBef>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pic>
        <p:nvPicPr>
          <p:cNvPr id="45" name="Google Shape;45;p35"/>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46" name="Google Shape;46;p35"/>
          <p:cNvSpPr txBox="1"/>
          <p:nvPr>
            <p:ph type="title"/>
          </p:nvPr>
        </p:nvSpPr>
        <p:spPr>
          <a:xfrm>
            <a:off x="323528" y="3212977"/>
            <a:ext cx="8424936" cy="1728192"/>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1"/>
              </a:buClr>
              <a:buSzPts val="4400"/>
              <a:buFont typeface="Calibri"/>
              <a:buNone/>
              <a:defRPr b="1"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5"/>
          <p:cNvSpPr txBox="1"/>
          <p:nvPr>
            <p:ph idx="1" type="body"/>
          </p:nvPr>
        </p:nvSpPr>
        <p:spPr>
          <a:xfrm>
            <a:off x="323528" y="2078907"/>
            <a:ext cx="8424936" cy="113407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EC8D8C"/>
              </a:buClr>
              <a:buSzPts val="2000"/>
              <a:buNone/>
              <a:defRPr sz="2000">
                <a:solidFill>
                  <a:srgbClr val="EC8D8C"/>
                </a:solidFill>
              </a:defRPr>
            </a:lvl1pPr>
            <a:lvl2pPr indent="-228600" lvl="1" marL="914400" algn="l">
              <a:spcBef>
                <a:spcPts val="360"/>
              </a:spcBef>
              <a:spcAft>
                <a:spcPts val="0"/>
              </a:spcAft>
              <a:buClr>
                <a:srgbClr val="EC8D8C"/>
              </a:buClr>
              <a:buSzPts val="1800"/>
              <a:buNone/>
              <a:defRPr sz="1800">
                <a:solidFill>
                  <a:srgbClr val="EC8D8C"/>
                </a:solidFill>
              </a:defRPr>
            </a:lvl2pPr>
            <a:lvl3pPr indent="-228600" lvl="2" marL="1371600" algn="l">
              <a:spcBef>
                <a:spcPts val="320"/>
              </a:spcBef>
              <a:spcAft>
                <a:spcPts val="0"/>
              </a:spcAft>
              <a:buClr>
                <a:srgbClr val="EC8D8C"/>
              </a:buClr>
              <a:buSzPts val="1600"/>
              <a:buNone/>
              <a:defRPr sz="1600">
                <a:solidFill>
                  <a:srgbClr val="EC8D8C"/>
                </a:solidFill>
              </a:defRPr>
            </a:lvl3pPr>
            <a:lvl4pPr indent="-228600" lvl="3" marL="1828800" algn="l">
              <a:spcBef>
                <a:spcPts val="280"/>
              </a:spcBef>
              <a:spcAft>
                <a:spcPts val="0"/>
              </a:spcAft>
              <a:buClr>
                <a:srgbClr val="EC8D8C"/>
              </a:buClr>
              <a:buSzPts val="1400"/>
              <a:buNone/>
              <a:defRPr sz="1400">
                <a:solidFill>
                  <a:srgbClr val="EC8D8C"/>
                </a:solidFill>
              </a:defRPr>
            </a:lvl4pPr>
            <a:lvl5pPr indent="-228600" lvl="4" marL="2286000" algn="l">
              <a:spcBef>
                <a:spcPts val="280"/>
              </a:spcBef>
              <a:spcAft>
                <a:spcPts val="0"/>
              </a:spcAft>
              <a:buClr>
                <a:srgbClr val="EC8D8C"/>
              </a:buClr>
              <a:buSzPts val="1400"/>
              <a:buNone/>
              <a:defRPr sz="1400">
                <a:solidFill>
                  <a:srgbClr val="EC8D8C"/>
                </a:solidFill>
              </a:defRPr>
            </a:lvl5pPr>
            <a:lvl6pPr indent="-228600" lvl="5" marL="2743200" algn="l">
              <a:spcBef>
                <a:spcPts val="280"/>
              </a:spcBef>
              <a:spcAft>
                <a:spcPts val="0"/>
              </a:spcAft>
              <a:buClr>
                <a:srgbClr val="EC8D8C"/>
              </a:buClr>
              <a:buSzPts val="1400"/>
              <a:buNone/>
              <a:defRPr sz="1400">
                <a:solidFill>
                  <a:srgbClr val="EC8D8C"/>
                </a:solidFill>
              </a:defRPr>
            </a:lvl6pPr>
            <a:lvl7pPr indent="-228600" lvl="6" marL="3200400" algn="l">
              <a:spcBef>
                <a:spcPts val="280"/>
              </a:spcBef>
              <a:spcAft>
                <a:spcPts val="0"/>
              </a:spcAft>
              <a:buClr>
                <a:srgbClr val="EC8D8C"/>
              </a:buClr>
              <a:buSzPts val="1400"/>
              <a:buNone/>
              <a:defRPr sz="1400">
                <a:solidFill>
                  <a:srgbClr val="EC8D8C"/>
                </a:solidFill>
              </a:defRPr>
            </a:lvl7pPr>
            <a:lvl8pPr indent="-228600" lvl="7" marL="3657600" algn="l">
              <a:spcBef>
                <a:spcPts val="280"/>
              </a:spcBef>
              <a:spcAft>
                <a:spcPts val="0"/>
              </a:spcAft>
              <a:buClr>
                <a:srgbClr val="EC8D8C"/>
              </a:buClr>
              <a:buSzPts val="1400"/>
              <a:buNone/>
              <a:defRPr sz="1400">
                <a:solidFill>
                  <a:srgbClr val="EC8D8C"/>
                </a:solidFill>
              </a:defRPr>
            </a:lvl8pPr>
            <a:lvl9pPr indent="-228600" lvl="8" marL="4114800" algn="l">
              <a:spcBef>
                <a:spcPts val="280"/>
              </a:spcBef>
              <a:spcAft>
                <a:spcPts val="0"/>
              </a:spcAft>
              <a:buClr>
                <a:srgbClr val="EC8D8C"/>
              </a:buClr>
              <a:buSzPts val="1400"/>
              <a:buNone/>
              <a:defRPr sz="1400">
                <a:solidFill>
                  <a:srgbClr val="EC8D8C"/>
                </a:solidFill>
              </a:defRPr>
            </a:lvl9pPr>
          </a:lstStyle>
          <a:p/>
        </p:txBody>
      </p:sp>
      <p:sp>
        <p:nvSpPr>
          <p:cNvPr id="48" name="Google Shape;4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1" name="Google Shape;51;p35"/>
          <p:cNvPicPr preferRelativeResize="0"/>
          <p:nvPr/>
        </p:nvPicPr>
        <p:blipFill rotWithShape="1">
          <a:blip r:embed="rId3">
            <a:alphaModFix/>
          </a:blip>
          <a:srcRect b="0" l="0" r="0" t="0"/>
          <a:stretch/>
        </p:blipFill>
        <p:spPr>
          <a:xfrm>
            <a:off x="5076056" y="4293096"/>
            <a:ext cx="3580953" cy="2006349"/>
          </a:xfrm>
          <a:prstGeom prst="rect">
            <a:avLst/>
          </a:prstGeom>
          <a:noFill/>
          <a:ln>
            <a:noFill/>
          </a:ln>
        </p:spPr>
      </p:pic>
      <p:sp>
        <p:nvSpPr>
          <p:cNvPr id="52" name="Google Shape;52;p35"/>
          <p:cNvSpPr/>
          <p:nvPr/>
        </p:nvSpPr>
        <p:spPr>
          <a:xfrm>
            <a:off x="-288032" y="3284984"/>
            <a:ext cx="576064" cy="576064"/>
          </a:xfrm>
          <a:prstGeom prst="roundRect">
            <a:avLst>
              <a:gd fmla="val 31263" name="adj"/>
            </a:avLst>
          </a:prstGeom>
          <a:solidFill>
            <a:srgbClr val="E533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36"/>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000000"/>
              </a:buClr>
              <a:buSzPts val="2800"/>
              <a:buChar char="•"/>
              <a:defRPr sz="2800"/>
            </a:lvl1pPr>
            <a:lvl2pPr indent="-381000" lvl="1" marL="914400" algn="l">
              <a:spcBef>
                <a:spcPts val="480"/>
              </a:spcBef>
              <a:spcAft>
                <a:spcPts val="0"/>
              </a:spcAft>
              <a:buClr>
                <a:srgbClr val="000000"/>
              </a:buClr>
              <a:buSzPts val="2400"/>
              <a:buChar char="–"/>
              <a:defRPr sz="2400"/>
            </a:lvl2pPr>
            <a:lvl3pPr indent="-355600" lvl="2" marL="1371600" algn="l">
              <a:spcBef>
                <a:spcPts val="400"/>
              </a:spcBef>
              <a:spcAft>
                <a:spcPts val="0"/>
              </a:spcAft>
              <a:buClr>
                <a:srgbClr val="000000"/>
              </a:buClr>
              <a:buSzPts val="2000"/>
              <a:buChar char="•"/>
              <a:defRPr sz="2000"/>
            </a:lvl3pPr>
            <a:lvl4pPr indent="-342900" lvl="3" marL="1828800" algn="l">
              <a:spcBef>
                <a:spcPts val="360"/>
              </a:spcBef>
              <a:spcAft>
                <a:spcPts val="0"/>
              </a:spcAft>
              <a:buClr>
                <a:srgbClr val="000000"/>
              </a:buClr>
              <a:buSzPts val="180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000000"/>
              </a:buClr>
              <a:buSzPts val="2800"/>
              <a:buChar char="•"/>
              <a:defRPr sz="2800"/>
            </a:lvl1pPr>
            <a:lvl2pPr indent="-381000" lvl="1" marL="914400" algn="l">
              <a:spcBef>
                <a:spcPts val="480"/>
              </a:spcBef>
              <a:spcAft>
                <a:spcPts val="0"/>
              </a:spcAft>
              <a:buClr>
                <a:srgbClr val="000000"/>
              </a:buClr>
              <a:buSzPts val="2400"/>
              <a:buChar char="–"/>
              <a:defRPr sz="2400"/>
            </a:lvl2pPr>
            <a:lvl3pPr indent="-355600" lvl="2" marL="1371600" algn="l">
              <a:spcBef>
                <a:spcPts val="400"/>
              </a:spcBef>
              <a:spcAft>
                <a:spcPts val="0"/>
              </a:spcAft>
              <a:buClr>
                <a:srgbClr val="000000"/>
              </a:buClr>
              <a:buSzPts val="2000"/>
              <a:buChar char="•"/>
              <a:defRPr sz="2000"/>
            </a:lvl3pPr>
            <a:lvl4pPr indent="-342900" lvl="3" marL="1828800" algn="l">
              <a:spcBef>
                <a:spcPts val="360"/>
              </a:spcBef>
              <a:spcAft>
                <a:spcPts val="0"/>
              </a:spcAft>
              <a:buClr>
                <a:srgbClr val="000000"/>
              </a:buClr>
              <a:buSzPts val="180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37"/>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Clr>
                <a:srgbClr val="000000"/>
              </a:buClr>
              <a:buSzPts val="2000"/>
              <a:buNone/>
              <a:defRPr b="1" sz="2000"/>
            </a:lvl2pPr>
            <a:lvl3pPr indent="-228600" lvl="2" marL="1371600" algn="l">
              <a:spcBef>
                <a:spcPts val="360"/>
              </a:spcBef>
              <a:spcAft>
                <a:spcPts val="0"/>
              </a:spcAft>
              <a:buClr>
                <a:srgbClr val="000000"/>
              </a:buClr>
              <a:buSzPts val="1800"/>
              <a:buNone/>
              <a:defRPr b="1" sz="1800"/>
            </a:lvl3pPr>
            <a:lvl4pPr indent="-228600" lvl="3" marL="1828800" algn="l">
              <a:spcBef>
                <a:spcPts val="320"/>
              </a:spcBef>
              <a:spcAft>
                <a:spcPts val="0"/>
              </a:spcAft>
              <a:buClr>
                <a:srgbClr val="000000"/>
              </a:buClr>
              <a:buSzPts val="160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00000"/>
              </a:buClr>
              <a:buSzPts val="2400"/>
              <a:buChar char="•"/>
              <a:defRPr sz="2400"/>
            </a:lvl1pPr>
            <a:lvl2pPr indent="-355600" lvl="1" marL="914400" algn="l">
              <a:spcBef>
                <a:spcPts val="400"/>
              </a:spcBef>
              <a:spcAft>
                <a:spcPts val="0"/>
              </a:spcAft>
              <a:buClr>
                <a:srgbClr val="000000"/>
              </a:buClr>
              <a:buSzPts val="2000"/>
              <a:buChar char="–"/>
              <a:defRPr sz="2000"/>
            </a:lvl2pPr>
            <a:lvl3pPr indent="-342900" lvl="2" marL="1371600" algn="l">
              <a:spcBef>
                <a:spcPts val="360"/>
              </a:spcBef>
              <a:spcAft>
                <a:spcPts val="0"/>
              </a:spcAft>
              <a:buClr>
                <a:srgbClr val="000000"/>
              </a:buClr>
              <a:buSzPts val="1800"/>
              <a:buChar char="•"/>
              <a:defRPr sz="1800"/>
            </a:lvl3pPr>
            <a:lvl4pPr indent="-330200" lvl="3" marL="1828800" algn="l">
              <a:spcBef>
                <a:spcPts val="320"/>
              </a:spcBef>
              <a:spcAft>
                <a:spcPts val="0"/>
              </a:spcAft>
              <a:buClr>
                <a:srgbClr val="000000"/>
              </a:buClr>
              <a:buSzPts val="160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Clr>
                <a:srgbClr val="000000"/>
              </a:buClr>
              <a:buSzPts val="2000"/>
              <a:buNone/>
              <a:defRPr b="1" sz="2000"/>
            </a:lvl2pPr>
            <a:lvl3pPr indent="-228600" lvl="2" marL="1371600" algn="l">
              <a:spcBef>
                <a:spcPts val="360"/>
              </a:spcBef>
              <a:spcAft>
                <a:spcPts val="0"/>
              </a:spcAft>
              <a:buClr>
                <a:srgbClr val="000000"/>
              </a:buClr>
              <a:buSzPts val="1800"/>
              <a:buNone/>
              <a:defRPr b="1" sz="1800"/>
            </a:lvl3pPr>
            <a:lvl4pPr indent="-228600" lvl="3" marL="1828800" algn="l">
              <a:spcBef>
                <a:spcPts val="320"/>
              </a:spcBef>
              <a:spcAft>
                <a:spcPts val="0"/>
              </a:spcAft>
              <a:buClr>
                <a:srgbClr val="000000"/>
              </a:buClr>
              <a:buSzPts val="160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00000"/>
              </a:buClr>
              <a:buSzPts val="2400"/>
              <a:buChar char="•"/>
              <a:defRPr sz="2400"/>
            </a:lvl1pPr>
            <a:lvl2pPr indent="-355600" lvl="1" marL="914400" algn="l">
              <a:spcBef>
                <a:spcPts val="400"/>
              </a:spcBef>
              <a:spcAft>
                <a:spcPts val="0"/>
              </a:spcAft>
              <a:buClr>
                <a:srgbClr val="000000"/>
              </a:buClr>
              <a:buSzPts val="2000"/>
              <a:buChar char="–"/>
              <a:defRPr sz="2000"/>
            </a:lvl2pPr>
            <a:lvl3pPr indent="-342900" lvl="2" marL="1371600" algn="l">
              <a:spcBef>
                <a:spcPts val="360"/>
              </a:spcBef>
              <a:spcAft>
                <a:spcPts val="0"/>
              </a:spcAft>
              <a:buClr>
                <a:srgbClr val="000000"/>
              </a:buClr>
              <a:buSzPts val="1800"/>
              <a:buChar char="•"/>
              <a:defRPr sz="1800"/>
            </a:lvl3pPr>
            <a:lvl4pPr indent="-330200" lvl="3" marL="1828800" algn="l">
              <a:spcBef>
                <a:spcPts val="320"/>
              </a:spcBef>
              <a:spcAft>
                <a:spcPts val="0"/>
              </a:spcAft>
              <a:buClr>
                <a:srgbClr val="000000"/>
              </a:buClr>
              <a:buSzPts val="160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38"/>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0000"/>
              </a:buClr>
              <a:buSzPts val="3200"/>
              <a:buChar char="•"/>
              <a:defRPr sz="3200"/>
            </a:lvl1pPr>
            <a:lvl2pPr indent="-406400" lvl="1" marL="914400" algn="l">
              <a:spcBef>
                <a:spcPts val="560"/>
              </a:spcBef>
              <a:spcAft>
                <a:spcPts val="0"/>
              </a:spcAft>
              <a:buClr>
                <a:srgbClr val="000000"/>
              </a:buClr>
              <a:buSzPts val="2800"/>
              <a:buChar char="–"/>
              <a:defRPr sz="2800"/>
            </a:lvl2pPr>
            <a:lvl3pPr indent="-381000" lvl="2" marL="1371600" algn="l">
              <a:spcBef>
                <a:spcPts val="480"/>
              </a:spcBef>
              <a:spcAft>
                <a:spcPts val="0"/>
              </a:spcAft>
              <a:buClr>
                <a:srgbClr val="000000"/>
              </a:buClr>
              <a:buSzPts val="2400"/>
              <a:buChar char="•"/>
              <a:defRPr sz="2400"/>
            </a:lvl3pPr>
            <a:lvl4pPr indent="-355600" lvl="3" marL="1828800" algn="l">
              <a:spcBef>
                <a:spcPts val="400"/>
              </a:spcBef>
              <a:spcAft>
                <a:spcPts val="0"/>
              </a:spcAft>
              <a:buClr>
                <a:srgbClr val="000000"/>
              </a:buClr>
              <a:buSzPts val="2000"/>
              <a:buChar char="–"/>
              <a:defRPr sz="2000"/>
            </a:lvl4pPr>
            <a:lvl5pPr indent="-355600" lvl="4" marL="2286000" algn="l">
              <a:spcBef>
                <a:spcPts val="400"/>
              </a:spcBef>
              <a:spcAft>
                <a:spcPts val="0"/>
              </a:spcAft>
              <a:buClr>
                <a:srgbClr val="000000"/>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1" name="Google Shape;81;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Clr>
                <a:srgbClr val="000000"/>
              </a:buClr>
              <a:buSzPts val="1200"/>
              <a:buNone/>
              <a:defRPr sz="1200"/>
            </a:lvl2pPr>
            <a:lvl3pPr indent="-228600" lvl="2" marL="1371600" algn="l">
              <a:spcBef>
                <a:spcPts val="200"/>
              </a:spcBef>
              <a:spcAft>
                <a:spcPts val="0"/>
              </a:spcAft>
              <a:buClr>
                <a:srgbClr val="000000"/>
              </a:buClr>
              <a:buSzPts val="1000"/>
              <a:buNone/>
              <a:defRPr sz="1000"/>
            </a:lvl3pPr>
            <a:lvl4pPr indent="-228600" lvl="3" marL="1828800" algn="l">
              <a:spcBef>
                <a:spcPts val="180"/>
              </a:spcBef>
              <a:spcAft>
                <a:spcPts val="0"/>
              </a:spcAft>
              <a:buClr>
                <a:srgbClr val="000000"/>
              </a:buClr>
              <a:buSzPts val="90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2" name="Google Shape;8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1"/>
          <p:cNvSpPr/>
          <p:nvPr>
            <p:ph idx="2" type="pic"/>
          </p:nvPr>
        </p:nvSpPr>
        <p:spPr>
          <a:xfrm>
            <a:off x="1792288" y="612775"/>
            <a:ext cx="5486400" cy="4114800"/>
          </a:xfrm>
          <a:prstGeom prst="rect">
            <a:avLst/>
          </a:prstGeom>
          <a:noFill/>
          <a:ln>
            <a:noFill/>
          </a:ln>
        </p:spPr>
      </p:sp>
      <p:sp>
        <p:nvSpPr>
          <p:cNvPr id="88" name="Google Shape;88;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Clr>
                <a:srgbClr val="000000"/>
              </a:buClr>
              <a:buSzPts val="1200"/>
              <a:buNone/>
              <a:defRPr sz="1200"/>
            </a:lvl2pPr>
            <a:lvl3pPr indent="-228600" lvl="2" marL="1371600" algn="l">
              <a:spcBef>
                <a:spcPts val="200"/>
              </a:spcBef>
              <a:spcAft>
                <a:spcPts val="0"/>
              </a:spcAft>
              <a:buClr>
                <a:srgbClr val="000000"/>
              </a:buClr>
              <a:buSzPts val="1000"/>
              <a:buNone/>
              <a:defRPr sz="1000"/>
            </a:lvl3pPr>
            <a:lvl4pPr indent="-228600" lvl="3" marL="1828800" algn="l">
              <a:spcBef>
                <a:spcPts val="180"/>
              </a:spcBef>
              <a:spcAft>
                <a:spcPts val="0"/>
              </a:spcAft>
              <a:buClr>
                <a:srgbClr val="000000"/>
              </a:buClr>
              <a:buSzPts val="90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9" name="Google Shape;8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42"/>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42"/>
          <p:cNvSpPr txBox="1"/>
          <p:nvPr>
            <p:ph idx="1" type="body"/>
          </p:nvPr>
        </p:nvSpPr>
        <p:spPr>
          <a:xfrm rot="5400000">
            <a:off x="2206179" y="-354458"/>
            <a:ext cx="4525963" cy="843528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000000"/>
              </a:buClr>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2"/>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11" name="Google Shape;11;p32"/>
          <p:cNvSpPr txBox="1"/>
          <p:nvPr>
            <p:ph type="title"/>
          </p:nvPr>
        </p:nvSpPr>
        <p:spPr>
          <a:xfrm>
            <a:off x="179512" y="332656"/>
            <a:ext cx="7056000" cy="792088"/>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06400" lvl="1" marL="914400" marR="0" rtl="0" algn="l">
              <a:spcBef>
                <a:spcPts val="56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381000" lvl="2" marL="1371600" marR="0" rtl="0" algn="l">
              <a:spcBef>
                <a:spcPts val="480"/>
              </a:spcBef>
              <a:spcAft>
                <a:spcPts val="0"/>
              </a:spcAft>
              <a:buClr>
                <a:srgbClr val="000000"/>
              </a:buClr>
              <a:buSzPts val="2400"/>
              <a:buFont typeface="Arial"/>
              <a:buChar char="•"/>
              <a:defRPr b="0" i="0" sz="2400" u="none" cap="none" strike="noStrike">
                <a:solidFill>
                  <a:srgbClr val="000000"/>
                </a:solidFill>
                <a:latin typeface="Calibri"/>
                <a:ea typeface="Calibri"/>
                <a:cs typeface="Calibri"/>
                <a:sym typeface="Calibri"/>
              </a:defRPr>
            </a:lvl3pPr>
            <a:lvl4pPr indent="-355600" lvl="3" marL="1828800" marR="0" rtl="0" algn="l">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4pPr>
            <a:lvl5pPr indent="-355600" lvl="4" marL="2286000" marR="0" rtl="0" algn="l">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EC8D8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EC8D8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EC8D8C"/>
                </a:solidFill>
                <a:latin typeface="Calibri"/>
                <a:ea typeface="Calibri"/>
                <a:cs typeface="Calibri"/>
                <a:sym typeface="Calibri"/>
              </a:defRPr>
            </a:lvl1pPr>
            <a:lvl2pPr indent="0" lvl="1" marL="0" marR="0" rtl="0" algn="r">
              <a:spcBef>
                <a:spcPts val="0"/>
              </a:spcBef>
              <a:buNone/>
              <a:defRPr b="0" i="0" sz="1200" u="none" cap="none" strike="noStrike">
                <a:solidFill>
                  <a:srgbClr val="EC8D8C"/>
                </a:solidFill>
                <a:latin typeface="Calibri"/>
                <a:ea typeface="Calibri"/>
                <a:cs typeface="Calibri"/>
                <a:sym typeface="Calibri"/>
              </a:defRPr>
            </a:lvl2pPr>
            <a:lvl3pPr indent="0" lvl="2" marL="0" marR="0" rtl="0" algn="r">
              <a:spcBef>
                <a:spcPts val="0"/>
              </a:spcBef>
              <a:buNone/>
              <a:defRPr b="0" i="0" sz="1200" u="none" cap="none" strike="noStrike">
                <a:solidFill>
                  <a:srgbClr val="EC8D8C"/>
                </a:solidFill>
                <a:latin typeface="Calibri"/>
                <a:ea typeface="Calibri"/>
                <a:cs typeface="Calibri"/>
                <a:sym typeface="Calibri"/>
              </a:defRPr>
            </a:lvl3pPr>
            <a:lvl4pPr indent="0" lvl="3" marL="0" marR="0" rtl="0" algn="r">
              <a:spcBef>
                <a:spcPts val="0"/>
              </a:spcBef>
              <a:buNone/>
              <a:defRPr b="0" i="0" sz="1200" u="none" cap="none" strike="noStrike">
                <a:solidFill>
                  <a:srgbClr val="EC8D8C"/>
                </a:solidFill>
                <a:latin typeface="Calibri"/>
                <a:ea typeface="Calibri"/>
                <a:cs typeface="Calibri"/>
                <a:sym typeface="Calibri"/>
              </a:defRPr>
            </a:lvl4pPr>
            <a:lvl5pPr indent="0" lvl="4" marL="0" marR="0" rtl="0" algn="r">
              <a:spcBef>
                <a:spcPts val="0"/>
              </a:spcBef>
              <a:buNone/>
              <a:defRPr b="0" i="0" sz="1200" u="none" cap="none" strike="noStrike">
                <a:solidFill>
                  <a:srgbClr val="EC8D8C"/>
                </a:solidFill>
                <a:latin typeface="Calibri"/>
                <a:ea typeface="Calibri"/>
                <a:cs typeface="Calibri"/>
                <a:sym typeface="Calibri"/>
              </a:defRPr>
            </a:lvl5pPr>
            <a:lvl6pPr indent="0" lvl="5" marL="0" marR="0" rtl="0" algn="r">
              <a:spcBef>
                <a:spcPts val="0"/>
              </a:spcBef>
              <a:buNone/>
              <a:defRPr b="0" i="0" sz="1200" u="none" cap="none" strike="noStrike">
                <a:solidFill>
                  <a:srgbClr val="EC8D8C"/>
                </a:solidFill>
                <a:latin typeface="Calibri"/>
                <a:ea typeface="Calibri"/>
                <a:cs typeface="Calibri"/>
                <a:sym typeface="Calibri"/>
              </a:defRPr>
            </a:lvl6pPr>
            <a:lvl7pPr indent="0" lvl="6" marL="0" marR="0" rtl="0" algn="r">
              <a:spcBef>
                <a:spcPts val="0"/>
              </a:spcBef>
              <a:buNone/>
              <a:defRPr b="0" i="0" sz="1200" u="none" cap="none" strike="noStrike">
                <a:solidFill>
                  <a:srgbClr val="EC8D8C"/>
                </a:solidFill>
                <a:latin typeface="Calibri"/>
                <a:ea typeface="Calibri"/>
                <a:cs typeface="Calibri"/>
                <a:sym typeface="Calibri"/>
              </a:defRPr>
            </a:lvl7pPr>
            <a:lvl8pPr indent="0" lvl="7" marL="0" marR="0" rtl="0" algn="r">
              <a:spcBef>
                <a:spcPts val="0"/>
              </a:spcBef>
              <a:buNone/>
              <a:defRPr b="0" i="0" sz="1200" u="none" cap="none" strike="noStrike">
                <a:solidFill>
                  <a:srgbClr val="EC8D8C"/>
                </a:solidFill>
                <a:latin typeface="Calibri"/>
                <a:ea typeface="Calibri"/>
                <a:cs typeface="Calibri"/>
                <a:sym typeface="Calibri"/>
              </a:defRPr>
            </a:lvl8pPr>
            <a:lvl9pPr indent="0" lvl="8" marL="0" marR="0" rtl="0" algn="r">
              <a:spcBef>
                <a:spcPts val="0"/>
              </a:spcBef>
              <a:buNone/>
              <a:defRPr b="0" i="0" sz="1200" u="none" cap="none" strike="noStrike">
                <a:solidFill>
                  <a:srgbClr val="EC8D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6" name="Google Shape;16;p32"/>
          <p:cNvCxnSpPr/>
          <p:nvPr/>
        </p:nvCxnSpPr>
        <p:spPr>
          <a:xfrm>
            <a:off x="0" y="6237312"/>
            <a:ext cx="9144000" cy="0"/>
          </a:xfrm>
          <a:prstGeom prst="straightConnector1">
            <a:avLst/>
          </a:prstGeom>
          <a:noFill/>
          <a:ln cap="flat" cmpd="sng" w="38100">
            <a:solidFill>
              <a:srgbClr val="E5332E"/>
            </a:solidFill>
            <a:prstDash val="solid"/>
            <a:round/>
            <a:headEnd len="sm" w="sm" type="none"/>
            <a:tailEnd len="sm" w="sm" type="none"/>
          </a:ln>
        </p:spPr>
      </p:cxnSp>
      <p:cxnSp>
        <p:nvCxnSpPr>
          <p:cNvPr id="17" name="Google Shape;17;p32"/>
          <p:cNvCxnSpPr/>
          <p:nvPr/>
        </p:nvCxnSpPr>
        <p:spPr>
          <a:xfrm rot="10800000">
            <a:off x="8568952" y="1196752"/>
            <a:ext cx="611560" cy="4950"/>
          </a:xfrm>
          <a:prstGeom prst="straightConnector1">
            <a:avLst/>
          </a:prstGeom>
          <a:noFill/>
          <a:ln cap="flat" cmpd="sng" w="38100">
            <a:solidFill>
              <a:srgbClr val="E5332E"/>
            </a:solidFill>
            <a:prstDash val="solid"/>
            <a:round/>
            <a:headEnd len="sm" w="sm" type="none"/>
            <a:tailEnd len="sm" w="sm" type="none"/>
          </a:ln>
        </p:spPr>
      </p:cxnSp>
      <p:sp>
        <p:nvSpPr>
          <p:cNvPr id="18" name="Google Shape;18;p32"/>
          <p:cNvSpPr/>
          <p:nvPr/>
        </p:nvSpPr>
        <p:spPr>
          <a:xfrm>
            <a:off x="-324544" y="404664"/>
            <a:ext cx="576064" cy="576064"/>
          </a:xfrm>
          <a:prstGeom prst="roundRect">
            <a:avLst>
              <a:gd fmla="val 31263" name="adj"/>
            </a:avLst>
          </a:prstGeom>
          <a:solidFill>
            <a:srgbClr val="E5332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9" name="Google Shape;19;p32"/>
          <p:cNvCxnSpPr/>
          <p:nvPr/>
        </p:nvCxnSpPr>
        <p:spPr>
          <a:xfrm>
            <a:off x="0" y="1196752"/>
            <a:ext cx="7235512" cy="0"/>
          </a:xfrm>
          <a:prstGeom prst="straightConnector1">
            <a:avLst/>
          </a:prstGeom>
          <a:noFill/>
          <a:ln cap="flat" cmpd="sng" w="38100">
            <a:solidFill>
              <a:srgbClr val="E5332E"/>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
          <p:cNvSpPr txBox="1"/>
          <p:nvPr>
            <p:ph type="ctrTitle"/>
          </p:nvPr>
        </p:nvSpPr>
        <p:spPr>
          <a:xfrm>
            <a:off x="323528" y="404664"/>
            <a:ext cx="8712968"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E5332E"/>
              </a:buClr>
              <a:buSzPts val="5400"/>
              <a:buFont typeface="Calibri"/>
              <a:buNone/>
            </a:pPr>
            <a:r>
              <a:rPr lang="en-US">
                <a:solidFill>
                  <a:srgbClr val="E5332E"/>
                </a:solidFill>
              </a:rPr>
              <a:t>Shell Scripting</a:t>
            </a:r>
            <a:endParaRPr/>
          </a:p>
        </p:txBody>
      </p:sp>
      <p:sp>
        <p:nvSpPr>
          <p:cNvPr id="109" name="Google Shape;109;p1"/>
          <p:cNvSpPr txBox="1"/>
          <p:nvPr>
            <p:ph idx="12" type="sldNum"/>
          </p:nvPr>
        </p:nvSpPr>
        <p:spPr>
          <a:xfrm>
            <a:off x="539552"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110" name="Google Shape;110;p1"/>
          <p:cNvPicPr preferRelativeResize="0"/>
          <p:nvPr/>
        </p:nvPicPr>
        <p:blipFill rotWithShape="1">
          <a:blip r:embed="rId3">
            <a:alphaModFix/>
          </a:blip>
          <a:srcRect b="0" l="0" r="0" t="0"/>
          <a:stretch/>
        </p:blipFill>
        <p:spPr>
          <a:xfrm>
            <a:off x="7956376" y="739004"/>
            <a:ext cx="956715" cy="95671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00"/>
              </a:buClr>
              <a:buSzPts val="3200"/>
              <a:buNone/>
            </a:pPr>
            <a:r>
              <a:t/>
            </a:r>
            <a:endParaRPr>
              <a:solidFill>
                <a:srgbClr val="000000"/>
              </a:solidFill>
            </a:endParaRPr>
          </a:p>
          <a:p>
            <a:pPr indent="0" lvl="0" marL="0" rtl="0" algn="l">
              <a:spcBef>
                <a:spcPts val="640"/>
              </a:spcBef>
              <a:spcAft>
                <a:spcPts val="0"/>
              </a:spcAft>
              <a:buClr>
                <a:srgbClr val="000000"/>
              </a:buClr>
              <a:buSzPts val="3200"/>
              <a:buNone/>
            </a:pPr>
            <a:r>
              <a:t/>
            </a:r>
            <a:endParaRPr/>
          </a:p>
          <a:p>
            <a:pPr indent="0" lvl="0" marL="0" rtl="0" algn="l">
              <a:spcBef>
                <a:spcPts val="640"/>
              </a:spcBef>
              <a:spcAft>
                <a:spcPts val="0"/>
              </a:spcAft>
              <a:buClr>
                <a:srgbClr val="000000"/>
              </a:buClr>
              <a:buSzPts val="3200"/>
              <a:buNone/>
            </a:pPr>
            <a:r>
              <a:rPr lang="en-US"/>
              <a:t>You can access the course materials via this link</a:t>
            </a:r>
            <a:endParaRPr/>
          </a:p>
          <a:p>
            <a:pPr indent="0" lvl="0" marL="0" rtl="0" algn="ctr">
              <a:spcBef>
                <a:spcPts val="640"/>
              </a:spcBef>
              <a:spcAft>
                <a:spcPts val="0"/>
              </a:spcAft>
              <a:buClr>
                <a:srgbClr val="000000"/>
              </a:buClr>
              <a:buSzPts val="3200"/>
              <a:buNone/>
            </a:pPr>
            <a:r>
              <a:rPr lang="en-US"/>
              <a:t>https://tinyurl.com/3kaww77s</a:t>
            </a:r>
            <a:r>
              <a:rPr lang="en-US"/>
              <a:t> </a:t>
            </a:r>
            <a:endParaRPr/>
          </a:p>
        </p:txBody>
      </p:sp>
      <p:sp>
        <p:nvSpPr>
          <p:cNvPr id="116" name="Google Shape;1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Course Materials</a:t>
            </a:r>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idx="1" type="body"/>
          </p:nvPr>
        </p:nvSpPr>
        <p:spPr>
          <a:xfrm>
            <a:off x="457200" y="1714488"/>
            <a:ext cx="8229600" cy="43577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000000"/>
              </a:buClr>
              <a:buSzPct val="100000"/>
              <a:buChar char="•"/>
            </a:pPr>
            <a:r>
              <a:rPr lang="en-US"/>
              <a:t>case</a:t>
            </a:r>
            <a:endParaRPr/>
          </a:p>
          <a:p>
            <a:pPr indent="-342900" lvl="0" marL="342900" rtl="0" algn="l">
              <a:spcBef>
                <a:spcPts val="592"/>
              </a:spcBef>
              <a:spcAft>
                <a:spcPts val="0"/>
              </a:spcAft>
              <a:buClr>
                <a:srgbClr val="000000"/>
              </a:buClr>
              <a:buSzPct val="100000"/>
              <a:buChar char="•"/>
            </a:pPr>
            <a:r>
              <a:rPr lang="en-US"/>
              <a:t>Loops</a:t>
            </a:r>
            <a:endParaRPr/>
          </a:p>
          <a:p>
            <a:pPr indent="-342900" lvl="0" marL="342900" rtl="0" algn="l">
              <a:spcBef>
                <a:spcPts val="592"/>
              </a:spcBef>
              <a:spcAft>
                <a:spcPts val="0"/>
              </a:spcAft>
              <a:buClr>
                <a:srgbClr val="000000"/>
              </a:buClr>
              <a:buSzPct val="100000"/>
              <a:buChar char="•"/>
            </a:pPr>
            <a:r>
              <a:rPr lang="en-US"/>
              <a:t>select</a:t>
            </a:r>
            <a:endParaRPr/>
          </a:p>
          <a:p>
            <a:pPr indent="-342900" lvl="0" marL="342900" rtl="0" algn="l">
              <a:spcBef>
                <a:spcPts val="592"/>
              </a:spcBef>
              <a:spcAft>
                <a:spcPts val="0"/>
              </a:spcAft>
              <a:buClr>
                <a:srgbClr val="000000"/>
              </a:buClr>
              <a:buSzPct val="100000"/>
              <a:buChar char="•"/>
            </a:pPr>
            <a:r>
              <a:rPr lang="en-US"/>
              <a:t>shift</a:t>
            </a:r>
            <a:endParaRPr/>
          </a:p>
          <a:p>
            <a:pPr indent="-342900" lvl="0" marL="342900" rtl="0" algn="l">
              <a:spcBef>
                <a:spcPts val="592"/>
              </a:spcBef>
              <a:spcAft>
                <a:spcPts val="0"/>
              </a:spcAft>
              <a:buClr>
                <a:srgbClr val="000000"/>
              </a:buClr>
              <a:buSzPct val="100000"/>
              <a:buChar char="•"/>
            </a:pPr>
            <a:r>
              <a:rPr lang="en-US"/>
              <a:t>break</a:t>
            </a:r>
            <a:endParaRPr/>
          </a:p>
          <a:p>
            <a:pPr indent="-342900" lvl="0" marL="342900" rtl="0" algn="l">
              <a:spcBef>
                <a:spcPts val="592"/>
              </a:spcBef>
              <a:spcAft>
                <a:spcPts val="0"/>
              </a:spcAft>
              <a:buClr>
                <a:srgbClr val="000000"/>
              </a:buClr>
              <a:buSzPct val="100000"/>
              <a:buChar char="•"/>
            </a:pPr>
            <a:r>
              <a:rPr lang="en-US"/>
              <a:t>continue</a:t>
            </a:r>
            <a:endParaRPr/>
          </a:p>
          <a:p>
            <a:pPr indent="-342900" lvl="0" marL="342900" rtl="0" algn="l">
              <a:spcBef>
                <a:spcPts val="592"/>
              </a:spcBef>
              <a:spcAft>
                <a:spcPts val="0"/>
              </a:spcAft>
              <a:buClr>
                <a:srgbClr val="000000"/>
              </a:buClr>
              <a:buSzPct val="100000"/>
              <a:buChar char="•"/>
            </a:pPr>
            <a:r>
              <a:rPr lang="en-US"/>
              <a:t>Arrays</a:t>
            </a:r>
            <a:endParaRPr/>
          </a:p>
          <a:p>
            <a:pPr indent="-342900" lvl="0" marL="342900" rtl="0" algn="l">
              <a:spcBef>
                <a:spcPts val="592"/>
              </a:spcBef>
              <a:spcAft>
                <a:spcPts val="0"/>
              </a:spcAft>
              <a:buClr>
                <a:srgbClr val="000000"/>
              </a:buClr>
              <a:buSzPct val="100000"/>
              <a:buChar char="•"/>
            </a:pPr>
            <a:r>
              <a:rPr lang="en-US"/>
              <a:t>Functions</a:t>
            </a:r>
            <a:endParaRPr/>
          </a:p>
          <a:p>
            <a:pPr indent="-342900" lvl="0" marL="342900" rtl="0" algn="l">
              <a:spcBef>
                <a:spcPts val="592"/>
              </a:spcBef>
              <a:spcAft>
                <a:spcPts val="0"/>
              </a:spcAft>
              <a:buClr>
                <a:srgbClr val="000000"/>
              </a:buClr>
              <a:buSzPct val="100000"/>
              <a:buChar char="•"/>
            </a:pPr>
            <a:r>
              <a:rPr lang="en-US"/>
              <a:t>Debugging</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p>
          <a:p>
            <a:pPr indent="-154940" lvl="0" marL="342900" rtl="0" algn="l">
              <a:spcBef>
                <a:spcPts val="592"/>
              </a:spcBef>
              <a:spcAft>
                <a:spcPts val="0"/>
              </a:spcAft>
              <a:buClr>
                <a:srgbClr val="000000"/>
              </a:buClr>
              <a:buSzPct val="100000"/>
              <a:buNone/>
            </a:pPr>
            <a:r>
              <a:t/>
            </a:r>
            <a:endParaRPr>
              <a:solidFill>
                <a:srgbClr val="000000"/>
              </a:solidFill>
            </a:endParaRPr>
          </a:p>
        </p:txBody>
      </p:sp>
      <p:sp>
        <p:nvSpPr>
          <p:cNvPr id="123" name="Google Shape;123;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Day 3 Contents</a:t>
            </a:r>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case</a:t>
            </a:r>
            <a:r>
              <a:rPr lang="en-US"/>
              <a:t> command</a:t>
            </a:r>
            <a:endParaRPr/>
          </a:p>
        </p:txBody>
      </p:sp>
      <p:sp>
        <p:nvSpPr>
          <p:cNvPr id="131" name="Google Shape;131;p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800"/>
              <a:buFont typeface="Courier New"/>
              <a:buNone/>
            </a:pPr>
            <a:r>
              <a:rPr lang="en-US" sz="2800">
                <a:latin typeface="Courier New"/>
                <a:ea typeface="Courier New"/>
                <a:cs typeface="Courier New"/>
                <a:sym typeface="Courier New"/>
              </a:rPr>
              <a:t>case variable in</a:t>
            </a:r>
            <a:endParaRPr/>
          </a:p>
          <a:p>
            <a:pPr indent="-342900" lvl="0" marL="342900" rtl="0" algn="l">
              <a:lnSpc>
                <a:spcPct val="9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value1)</a:t>
            </a:r>
            <a:endParaRPr/>
          </a:p>
          <a:p>
            <a:pPr indent="-228600" lvl="3" marL="160020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Command(s)</a:t>
            </a:r>
            <a:endParaRPr/>
          </a:p>
          <a:p>
            <a:pPr indent="-228600" lvl="3" marL="160020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endParaRPr/>
          </a:p>
          <a:p>
            <a:pPr indent="-342900" lvl="0" marL="342900" rtl="0" algn="l">
              <a:lnSpc>
                <a:spcPct val="9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value2)</a:t>
            </a:r>
            <a:endParaRPr/>
          </a:p>
          <a:p>
            <a:pPr indent="-228600" lvl="3" marL="160020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Command(s)</a:t>
            </a:r>
            <a:endParaRPr/>
          </a:p>
          <a:p>
            <a:pPr indent="-228600" lvl="3" marL="160020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endParaRPr/>
          </a:p>
          <a:p>
            <a:pPr indent="-342900" lvl="0" marL="342900" rtl="0" algn="l">
              <a:lnSpc>
                <a:spcPct val="9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a:t>
            </a:r>
            <a:endParaRPr/>
          </a:p>
          <a:p>
            <a:pPr indent="-228600" lvl="3" marL="160020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Command(s)</a:t>
            </a:r>
            <a:endParaRPr/>
          </a:p>
          <a:p>
            <a:pPr indent="-228600" lvl="3" marL="160020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endParaRPr/>
          </a:p>
          <a:p>
            <a:pPr indent="-342900" lvl="0" marL="342900" rtl="0" algn="l">
              <a:lnSpc>
                <a:spcPct val="9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esac</a:t>
            </a:r>
            <a:endParaRPr/>
          </a:p>
        </p:txBody>
      </p:sp>
      <p:sp>
        <p:nvSpPr>
          <p:cNvPr id="132" name="Google Shape;1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ksh Sub Patterns</a:t>
            </a:r>
            <a:endParaRPr/>
          </a:p>
        </p:txBody>
      </p:sp>
      <p:sp>
        <p:nvSpPr>
          <p:cNvPr id="138" name="Google Shape;138;p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400"/>
              <a:buChar char="•"/>
            </a:pPr>
            <a:r>
              <a:rPr lang="en-US" sz="2400"/>
              <a:t>?(pattern(s))</a:t>
            </a:r>
            <a:endParaRPr/>
          </a:p>
          <a:p>
            <a:pPr indent="-285750" lvl="1" marL="742950" rtl="0" algn="l">
              <a:lnSpc>
                <a:spcPct val="90000"/>
              </a:lnSpc>
              <a:spcBef>
                <a:spcPts val="400"/>
              </a:spcBef>
              <a:spcAft>
                <a:spcPts val="0"/>
              </a:spcAft>
              <a:buClr>
                <a:srgbClr val="000000"/>
              </a:buClr>
              <a:buSzPts val="2000"/>
              <a:buChar char="–"/>
            </a:pPr>
            <a:r>
              <a:rPr lang="en-US" sz="2000"/>
              <a:t>Match one or zero occurrence of any of the patterns</a:t>
            </a:r>
            <a:endParaRPr/>
          </a:p>
          <a:p>
            <a:pPr indent="-342900" lvl="0" marL="342900" rtl="0" algn="l">
              <a:lnSpc>
                <a:spcPct val="90000"/>
              </a:lnSpc>
              <a:spcBef>
                <a:spcPts val="480"/>
              </a:spcBef>
              <a:spcAft>
                <a:spcPts val="0"/>
              </a:spcAft>
              <a:buClr>
                <a:srgbClr val="000000"/>
              </a:buClr>
              <a:buSzPts val="2400"/>
              <a:buChar char="•"/>
            </a:pPr>
            <a:r>
              <a:rPr lang="en-US" sz="2400"/>
              <a:t>*(pattern(s))</a:t>
            </a:r>
            <a:endParaRPr/>
          </a:p>
          <a:p>
            <a:pPr indent="-285750" lvl="1" marL="742950" rtl="0" algn="l">
              <a:lnSpc>
                <a:spcPct val="90000"/>
              </a:lnSpc>
              <a:spcBef>
                <a:spcPts val="400"/>
              </a:spcBef>
              <a:spcAft>
                <a:spcPts val="0"/>
              </a:spcAft>
              <a:buClr>
                <a:srgbClr val="000000"/>
              </a:buClr>
              <a:buSzPts val="2000"/>
              <a:buChar char="–"/>
            </a:pPr>
            <a:r>
              <a:rPr lang="en-US" sz="2000"/>
              <a:t>Match zero or more occurrence of any of the patterns</a:t>
            </a:r>
            <a:endParaRPr/>
          </a:p>
          <a:p>
            <a:pPr indent="-342900" lvl="0" marL="342900" rtl="0" algn="l">
              <a:lnSpc>
                <a:spcPct val="90000"/>
              </a:lnSpc>
              <a:spcBef>
                <a:spcPts val="480"/>
              </a:spcBef>
              <a:spcAft>
                <a:spcPts val="0"/>
              </a:spcAft>
              <a:buClr>
                <a:srgbClr val="000000"/>
              </a:buClr>
              <a:buSzPts val="2400"/>
              <a:buChar char="•"/>
            </a:pPr>
            <a:r>
              <a:rPr lang="en-US" sz="2400"/>
              <a:t>@(pattern(s))</a:t>
            </a:r>
            <a:endParaRPr/>
          </a:p>
          <a:p>
            <a:pPr indent="-285750" lvl="1" marL="742950" rtl="0" algn="l">
              <a:lnSpc>
                <a:spcPct val="90000"/>
              </a:lnSpc>
              <a:spcBef>
                <a:spcPts val="400"/>
              </a:spcBef>
              <a:spcAft>
                <a:spcPts val="0"/>
              </a:spcAft>
              <a:buClr>
                <a:srgbClr val="000000"/>
              </a:buClr>
              <a:buSzPts val="2000"/>
              <a:buChar char="–"/>
            </a:pPr>
            <a:r>
              <a:rPr lang="en-US" sz="2000"/>
              <a:t>Match exactly one occurrence of any of the patterns</a:t>
            </a:r>
            <a:endParaRPr/>
          </a:p>
          <a:p>
            <a:pPr indent="-342900" lvl="0" marL="342900" rtl="0" algn="l">
              <a:lnSpc>
                <a:spcPct val="90000"/>
              </a:lnSpc>
              <a:spcBef>
                <a:spcPts val="480"/>
              </a:spcBef>
              <a:spcAft>
                <a:spcPts val="0"/>
              </a:spcAft>
              <a:buClr>
                <a:srgbClr val="000000"/>
              </a:buClr>
              <a:buSzPts val="2400"/>
              <a:buChar char="•"/>
            </a:pPr>
            <a:r>
              <a:rPr lang="en-US" sz="2400"/>
              <a:t>+(pattern(s))</a:t>
            </a:r>
            <a:endParaRPr/>
          </a:p>
          <a:p>
            <a:pPr indent="-285750" lvl="1" marL="742950" rtl="0" algn="l">
              <a:lnSpc>
                <a:spcPct val="90000"/>
              </a:lnSpc>
              <a:spcBef>
                <a:spcPts val="400"/>
              </a:spcBef>
              <a:spcAft>
                <a:spcPts val="0"/>
              </a:spcAft>
              <a:buClr>
                <a:srgbClr val="000000"/>
              </a:buClr>
              <a:buSzPts val="2000"/>
              <a:buChar char="–"/>
            </a:pPr>
            <a:r>
              <a:rPr lang="en-US" sz="2000"/>
              <a:t>Match one or more occurrence of any of the patterns</a:t>
            </a:r>
            <a:endParaRPr/>
          </a:p>
          <a:p>
            <a:pPr indent="-342900" lvl="0" marL="342900" rtl="0" algn="l">
              <a:lnSpc>
                <a:spcPct val="90000"/>
              </a:lnSpc>
              <a:spcBef>
                <a:spcPts val="480"/>
              </a:spcBef>
              <a:spcAft>
                <a:spcPts val="0"/>
              </a:spcAft>
              <a:buClr>
                <a:srgbClr val="000000"/>
              </a:buClr>
              <a:buSzPts val="2400"/>
              <a:buChar char="•"/>
            </a:pPr>
            <a:r>
              <a:rPr lang="en-US" sz="2400"/>
              <a:t>!(patten(s))</a:t>
            </a:r>
            <a:endParaRPr/>
          </a:p>
          <a:p>
            <a:pPr indent="-285750" lvl="1" marL="742950" rtl="0" algn="l">
              <a:lnSpc>
                <a:spcPct val="90000"/>
              </a:lnSpc>
              <a:spcBef>
                <a:spcPts val="400"/>
              </a:spcBef>
              <a:spcAft>
                <a:spcPts val="0"/>
              </a:spcAft>
              <a:buClr>
                <a:srgbClr val="000000"/>
              </a:buClr>
              <a:buSzPts val="2000"/>
              <a:buChar char="–"/>
            </a:pPr>
            <a:r>
              <a:rPr lang="en-US" sz="2000"/>
              <a:t>Match all strings except any of the patterns</a:t>
            </a:r>
            <a:endParaRPr/>
          </a:p>
          <a:p>
            <a:pPr indent="-190500" lvl="0" marL="342900" rtl="0" algn="l">
              <a:lnSpc>
                <a:spcPct val="90000"/>
              </a:lnSpc>
              <a:spcBef>
                <a:spcPts val="480"/>
              </a:spcBef>
              <a:spcAft>
                <a:spcPts val="0"/>
              </a:spcAft>
              <a:buClr>
                <a:srgbClr val="000000"/>
              </a:buClr>
              <a:buSzPts val="2400"/>
              <a:buNone/>
            </a:pPr>
            <a:r>
              <a:t/>
            </a:r>
            <a:endParaRPr sz="2400"/>
          </a:p>
        </p:txBody>
      </p:sp>
      <p:sp>
        <p:nvSpPr>
          <p:cNvPr id="139" name="Google Shape;1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a:t>
            </a:r>
            <a:endParaRPr/>
          </a:p>
        </p:txBody>
      </p:sp>
      <p:sp>
        <p:nvSpPr>
          <p:cNvPr id="145" name="Google Shape;145;p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Font typeface="Courier New"/>
              <a:buNone/>
            </a:pPr>
            <a:r>
              <a:rPr lang="en-US">
                <a:latin typeface="Courier New"/>
                <a:ea typeface="Courier New"/>
                <a:cs typeface="Courier New"/>
                <a:sym typeface="Courier New"/>
              </a:rPr>
              <a:t>#!/bin/ksh</a:t>
            </a:r>
            <a:endParaRPr/>
          </a:p>
          <a:p>
            <a:pPr indent="-342900" lvl="0" marL="342900" rtl="0" algn="l">
              <a:spcBef>
                <a:spcPts val="640"/>
              </a:spcBef>
              <a:spcAft>
                <a:spcPts val="0"/>
              </a:spcAft>
              <a:buClr>
                <a:srgbClr val="000000"/>
              </a:buClr>
              <a:buSzPts val="3200"/>
              <a:buFont typeface="Courier New"/>
              <a:buNone/>
            </a:pPr>
            <a:r>
              <a:rPr lang="en-US">
                <a:latin typeface="Courier New"/>
                <a:ea typeface="Courier New"/>
                <a:cs typeface="Courier New"/>
                <a:sym typeface="Courier New"/>
              </a:rPr>
              <a:t>case $var  in</a:t>
            </a:r>
            <a:endParaRPr/>
          </a:p>
          <a:p>
            <a:pPr indent="-342900" lvl="0" marL="34290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+([a-z]) )   echo    “ lower case “         				;;</a:t>
            </a:r>
            <a:endParaRPr/>
          </a:p>
          <a:p>
            <a:pPr indent="-342900" lvl="0" marL="34290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+([A-Z]) )  echo   “ upper case “          </a:t>
            </a:r>
            <a:endParaRPr/>
          </a:p>
          <a:p>
            <a:pPr indent="-342900" lvl="0" marL="34290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a:t>
            </a:r>
            <a:endParaRPr/>
          </a:p>
          <a:p>
            <a:pPr indent="-342900" lvl="0" marL="34290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+([0-9]) )   echo    “ integer “                			;;</a:t>
            </a:r>
            <a:endParaRPr/>
          </a:p>
          <a:p>
            <a:pPr indent="-342900" lvl="0" marL="342900" rtl="0" algn="l">
              <a:spcBef>
                <a:spcPts val="640"/>
              </a:spcBef>
              <a:spcAft>
                <a:spcPts val="0"/>
              </a:spcAft>
              <a:buClr>
                <a:srgbClr val="000000"/>
              </a:buClr>
              <a:buSzPts val="3200"/>
              <a:buFont typeface="Courier New"/>
              <a:buNone/>
            </a:pPr>
            <a:r>
              <a:rPr lang="en-US">
                <a:latin typeface="Courier New"/>
                <a:ea typeface="Courier New"/>
                <a:cs typeface="Courier New"/>
                <a:sym typeface="Courier New"/>
              </a:rPr>
              <a:t>esac 		</a:t>
            </a:r>
            <a:endParaRPr/>
          </a:p>
        </p:txBody>
      </p:sp>
      <p:sp>
        <p:nvSpPr>
          <p:cNvPr id="146" name="Google Shape;14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Looping Commands</a:t>
            </a:r>
            <a:endParaRPr/>
          </a:p>
        </p:txBody>
      </p:sp>
      <p:sp>
        <p:nvSpPr>
          <p:cNvPr id="153" name="Google Shape;153;p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The </a:t>
            </a:r>
            <a:r>
              <a:rPr lang="en-US">
                <a:latin typeface="Courier New"/>
                <a:ea typeface="Courier New"/>
                <a:cs typeface="Courier New"/>
                <a:sym typeface="Courier New"/>
              </a:rPr>
              <a:t>while</a:t>
            </a:r>
            <a:r>
              <a:rPr lang="en-US"/>
              <a:t> command</a:t>
            </a:r>
            <a:endParaRPr/>
          </a:p>
          <a:p>
            <a:pPr indent="-342900" lvl="0" marL="342900" rtl="0" algn="l">
              <a:spcBef>
                <a:spcPts val="640"/>
              </a:spcBef>
              <a:spcAft>
                <a:spcPts val="0"/>
              </a:spcAft>
              <a:buClr>
                <a:srgbClr val="000000"/>
              </a:buClr>
              <a:buSzPts val="3200"/>
              <a:buChar char="•"/>
            </a:pPr>
            <a:r>
              <a:rPr lang="en-US"/>
              <a:t>The </a:t>
            </a:r>
            <a:r>
              <a:rPr lang="en-US">
                <a:latin typeface="Courier New"/>
                <a:ea typeface="Courier New"/>
                <a:cs typeface="Courier New"/>
                <a:sym typeface="Courier New"/>
              </a:rPr>
              <a:t>until</a:t>
            </a:r>
            <a:r>
              <a:rPr lang="en-US"/>
              <a:t> command</a:t>
            </a:r>
            <a:endParaRPr/>
          </a:p>
          <a:p>
            <a:pPr indent="-342900" lvl="0" marL="342900" rtl="0" algn="l">
              <a:spcBef>
                <a:spcPts val="640"/>
              </a:spcBef>
              <a:spcAft>
                <a:spcPts val="0"/>
              </a:spcAft>
              <a:buClr>
                <a:srgbClr val="000000"/>
              </a:buClr>
              <a:buSzPts val="3200"/>
              <a:buChar char="•"/>
            </a:pPr>
            <a:r>
              <a:rPr lang="en-US"/>
              <a:t>The </a:t>
            </a:r>
            <a:r>
              <a:rPr lang="en-US">
                <a:latin typeface="Courier New"/>
                <a:ea typeface="Courier New"/>
                <a:cs typeface="Courier New"/>
                <a:sym typeface="Courier New"/>
              </a:rPr>
              <a:t>for</a:t>
            </a:r>
            <a:r>
              <a:rPr lang="en-US"/>
              <a:t> command</a:t>
            </a:r>
            <a:endParaRPr/>
          </a:p>
        </p:txBody>
      </p:sp>
      <p:sp>
        <p:nvSpPr>
          <p:cNvPr id="154" name="Google Shape;15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while</a:t>
            </a:r>
            <a:r>
              <a:rPr lang="en-US"/>
              <a:t> command</a:t>
            </a:r>
            <a:endParaRPr/>
          </a:p>
        </p:txBody>
      </p:sp>
      <p:sp>
        <p:nvSpPr>
          <p:cNvPr id="161" name="Google Shape;161;p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285750" lvl="1" marL="742950" rtl="0" algn="l">
              <a:lnSpc>
                <a:spcPct val="80000"/>
              </a:lnSpc>
              <a:spcBef>
                <a:spcPts val="0"/>
              </a:spcBef>
              <a:spcAft>
                <a:spcPts val="0"/>
              </a:spcAft>
              <a:buClr>
                <a:srgbClr val="000000"/>
              </a:buClr>
              <a:buSzPts val="2400"/>
              <a:buFont typeface="Courier New"/>
              <a:buNone/>
            </a:pPr>
            <a:r>
              <a:rPr lang="en-US" sz="2400">
                <a:latin typeface="Courier New"/>
                <a:ea typeface="Courier New"/>
                <a:cs typeface="Courier New"/>
                <a:sym typeface="Courier New"/>
              </a:rPr>
              <a:t>while command</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 command …</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done</a:t>
            </a:r>
            <a:endParaRPr sz="2400">
              <a:latin typeface="Courier New"/>
              <a:ea typeface="Courier New"/>
              <a:cs typeface="Courier New"/>
              <a:sym typeface="Courier New"/>
            </a:endParaRPr>
          </a:p>
          <a:p>
            <a:pPr indent="-165100" lvl="0" marL="342900" rtl="0" algn="l">
              <a:lnSpc>
                <a:spcPct val="80000"/>
              </a:lnSpc>
              <a:spcBef>
                <a:spcPts val="560"/>
              </a:spcBef>
              <a:spcAft>
                <a:spcPts val="0"/>
              </a:spcAft>
              <a:buClr>
                <a:srgbClr val="000000"/>
              </a:buClr>
              <a:buSzPts val="2800"/>
              <a:buNone/>
            </a:pPr>
            <a:r>
              <a:t/>
            </a:r>
            <a:endParaRPr sz="2800">
              <a:latin typeface="Courier New"/>
              <a:ea typeface="Courier New"/>
              <a:cs typeface="Courier New"/>
              <a:sym typeface="Courier New"/>
            </a:endParaRPr>
          </a:p>
          <a:p>
            <a:pPr indent="-342900" lvl="0" marL="342900" rtl="0" algn="l">
              <a:lnSpc>
                <a:spcPct val="80000"/>
              </a:lnSpc>
              <a:spcBef>
                <a:spcPts val="560"/>
              </a:spcBef>
              <a:spcAft>
                <a:spcPts val="0"/>
              </a:spcAft>
              <a:buClr>
                <a:srgbClr val="000000"/>
              </a:buClr>
              <a:buSzPts val="2800"/>
              <a:buChar char="•"/>
            </a:pPr>
            <a:r>
              <a:rPr lang="en-US" sz="2800"/>
              <a:t>Examples</a:t>
            </a:r>
            <a:endParaRPr/>
          </a:p>
          <a:p>
            <a:pPr indent="-285750" lvl="1" marL="742950" rtl="0" algn="l">
              <a:lnSpc>
                <a:spcPct val="80000"/>
              </a:lnSpc>
              <a:spcBef>
                <a:spcPts val="180"/>
              </a:spcBef>
              <a:spcAft>
                <a:spcPts val="0"/>
              </a:spcAft>
              <a:buClr>
                <a:srgbClr val="000000"/>
              </a:buClr>
              <a:buSzPts val="900"/>
              <a:buFont typeface="Calibri"/>
              <a:buNone/>
            </a:pPr>
            <a:r>
              <a:t/>
            </a:r>
            <a:endParaRPr sz="900"/>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num=0</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while [ $num –lt 10 ]</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echo $num</a:t>
            </a:r>
            <a:endParaRPr sz="2400">
              <a:latin typeface="Courier New"/>
              <a:ea typeface="Courier New"/>
              <a:cs typeface="Courier New"/>
              <a:sym typeface="Courier New"/>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let num=$num+1</a:t>
            </a:r>
            <a:endParaRPr/>
          </a:p>
          <a:p>
            <a:pPr indent="-285750" lvl="1" marL="742950" rtl="0" algn="l">
              <a:lnSpc>
                <a:spcPct val="8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done</a:t>
            </a:r>
            <a:endParaRPr/>
          </a:p>
        </p:txBody>
      </p:sp>
      <p:sp>
        <p:nvSpPr>
          <p:cNvPr id="162" name="Google Shape;16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a:t>
            </a:r>
            <a:r>
              <a:rPr lang="en-US" sz="2000"/>
              <a:t>(cont.)</a:t>
            </a:r>
            <a:endParaRPr/>
          </a:p>
        </p:txBody>
      </p:sp>
      <p:sp>
        <p:nvSpPr>
          <p:cNvPr id="169" name="Google Shape;169;p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285750" lvl="1" marL="742950" rtl="0" algn="l">
              <a:spcBef>
                <a:spcPts val="0"/>
              </a:spcBef>
              <a:spcAft>
                <a:spcPts val="0"/>
              </a:spcAft>
              <a:buClr>
                <a:srgbClr val="000000"/>
              </a:buClr>
              <a:buSzPts val="1000"/>
              <a:buFont typeface="Calibri"/>
              <a:buNone/>
            </a:pPr>
            <a:r>
              <a:t/>
            </a:r>
            <a:endParaRPr sz="1000"/>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echo what is my name</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read ans</a:t>
            </a:r>
            <a:endParaRPr>
              <a:latin typeface="Courier New"/>
              <a:ea typeface="Courier New"/>
              <a:cs typeface="Courier New"/>
              <a:sym typeface="Courier New"/>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while [ $ans != “sherine” ]</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do</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	echo Wrong Answer!</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	echo Try Again</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	read ans</a:t>
            </a:r>
            <a:endParaRPr>
              <a:latin typeface="Courier New"/>
              <a:ea typeface="Courier New"/>
              <a:cs typeface="Courier New"/>
              <a:sym typeface="Courier New"/>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done</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echo You Got It ☺</a:t>
            </a:r>
            <a:endParaRPr>
              <a:latin typeface="Courier New"/>
              <a:ea typeface="Courier New"/>
              <a:cs typeface="Courier New"/>
              <a:sym typeface="Courier New"/>
            </a:endParaRPr>
          </a:p>
        </p:txBody>
      </p:sp>
      <p:sp>
        <p:nvSpPr>
          <p:cNvPr id="170" name="Google Shape;17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until</a:t>
            </a:r>
            <a:r>
              <a:rPr lang="en-US"/>
              <a:t> command</a:t>
            </a:r>
            <a:endParaRPr/>
          </a:p>
        </p:txBody>
      </p:sp>
      <p:sp>
        <p:nvSpPr>
          <p:cNvPr id="177" name="Google Shape;177;p1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000000"/>
              </a:buClr>
              <a:buSzPts val="1800"/>
              <a:buFont typeface="Courier New"/>
              <a:buNone/>
            </a:pPr>
            <a:r>
              <a:rPr lang="en-US" sz="1800">
                <a:latin typeface="Courier New"/>
                <a:ea typeface="Courier New"/>
                <a:cs typeface="Courier New"/>
                <a:sym typeface="Courier New"/>
              </a:rPr>
              <a:t>until command</a:t>
            </a:r>
            <a:endParaRPr/>
          </a:p>
          <a:p>
            <a:pPr indent="-342900" lvl="0" marL="34290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do</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command(s)</a:t>
            </a:r>
            <a:endParaRPr/>
          </a:p>
          <a:p>
            <a:pPr indent="-342900" lvl="0" marL="34290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done</a:t>
            </a:r>
            <a:endParaRPr/>
          </a:p>
          <a:p>
            <a:pPr indent="-228600" lvl="0" marL="342900" rtl="0" algn="l">
              <a:lnSpc>
                <a:spcPct val="80000"/>
              </a:lnSpc>
              <a:spcBef>
                <a:spcPts val="360"/>
              </a:spcBef>
              <a:spcAft>
                <a:spcPts val="0"/>
              </a:spcAft>
              <a:buClr>
                <a:srgbClr val="000000"/>
              </a:buClr>
              <a:buSzPts val="1800"/>
              <a:buNone/>
            </a:pPr>
            <a:r>
              <a:t/>
            </a:r>
            <a:endParaRPr sz="1800">
              <a:latin typeface="Courier New"/>
              <a:ea typeface="Courier New"/>
              <a:cs typeface="Courier New"/>
              <a:sym typeface="Courier New"/>
            </a:endParaRPr>
          </a:p>
          <a:p>
            <a:pPr indent="-342900" lvl="0" marL="342900" rtl="0" algn="l">
              <a:lnSpc>
                <a:spcPct val="80000"/>
              </a:lnSpc>
              <a:spcBef>
                <a:spcPts val="360"/>
              </a:spcBef>
              <a:spcAft>
                <a:spcPts val="0"/>
              </a:spcAft>
              <a:buClr>
                <a:srgbClr val="000000"/>
              </a:buClr>
              <a:buSzPts val="1800"/>
              <a:buChar char="•"/>
            </a:pPr>
            <a:r>
              <a:rPr lang="en-US" sz="1800">
                <a:latin typeface="Courier New"/>
                <a:ea typeface="Courier New"/>
                <a:cs typeface="Courier New"/>
                <a:sym typeface="Courier New"/>
              </a:rPr>
              <a:t>Example</a:t>
            </a:r>
            <a:endParaRPr/>
          </a:p>
          <a:p>
            <a:pPr indent="-285750" lvl="1" marL="742950" rtl="0" algn="l">
              <a:lnSpc>
                <a:spcPct val="80000"/>
              </a:lnSpc>
              <a:spcBef>
                <a:spcPts val="180"/>
              </a:spcBef>
              <a:spcAft>
                <a:spcPts val="0"/>
              </a:spcAft>
              <a:buClr>
                <a:srgbClr val="000000"/>
              </a:buClr>
              <a:buSzPts val="900"/>
              <a:buFont typeface="Calibri"/>
              <a:buNone/>
            </a:pPr>
            <a:r>
              <a:t/>
            </a:r>
            <a:endParaRPr sz="900">
              <a:latin typeface="Courier New"/>
              <a:ea typeface="Courier New"/>
              <a:cs typeface="Courier New"/>
              <a:sym typeface="Courier New"/>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hour=1</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until [ $hour –gt 24 ]</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do</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case $hour in</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[0-9] | 1[0-1]) echo good morning ;;</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12) echo lunch time ;;</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1[3-7]) echo work time ;;</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 echo Good Night ;;</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esac</a:t>
            </a:r>
            <a:endParaRPr sz="1600">
              <a:latin typeface="Courier New"/>
              <a:ea typeface="Courier New"/>
              <a:cs typeface="Courier New"/>
              <a:sym typeface="Courier New"/>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	let hour=$hour+1</a:t>
            </a:r>
            <a:endParaRPr/>
          </a:p>
          <a:p>
            <a:pPr indent="-285750" lvl="1" marL="742950" rtl="0" algn="l">
              <a:lnSpc>
                <a:spcPct val="80000"/>
              </a:lnSpc>
              <a:spcBef>
                <a:spcPts val="320"/>
              </a:spcBef>
              <a:spcAft>
                <a:spcPts val="0"/>
              </a:spcAft>
              <a:buClr>
                <a:srgbClr val="000000"/>
              </a:buClr>
              <a:buSzPts val="1600"/>
              <a:buFont typeface="Courier New"/>
              <a:buNone/>
            </a:pPr>
            <a:r>
              <a:rPr lang="en-US" sz="1600">
                <a:latin typeface="Courier New"/>
                <a:ea typeface="Courier New"/>
                <a:cs typeface="Courier New"/>
                <a:sym typeface="Courier New"/>
              </a:rPr>
              <a:t>done</a:t>
            </a:r>
            <a:endParaRPr/>
          </a:p>
        </p:txBody>
      </p:sp>
      <p:sp>
        <p:nvSpPr>
          <p:cNvPr id="178" name="Google Shape;17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for</a:t>
            </a:r>
            <a:r>
              <a:rPr lang="en-US"/>
              <a:t> command</a:t>
            </a:r>
            <a:endParaRPr/>
          </a:p>
        </p:txBody>
      </p:sp>
      <p:sp>
        <p:nvSpPr>
          <p:cNvPr id="185" name="Google Shape;185;p11"/>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lang="en-US"/>
              <a:t>It is used to execute commands a finite number of times on a list of items (files/usernames)</a:t>
            </a:r>
            <a:endParaRPr/>
          </a:p>
          <a:p>
            <a:pPr indent="-285750" lvl="1" marL="742950" rtl="0" algn="l">
              <a:spcBef>
                <a:spcPts val="560"/>
              </a:spcBef>
              <a:spcAft>
                <a:spcPts val="0"/>
              </a:spcAft>
              <a:buClr>
                <a:srgbClr val="000000"/>
              </a:buClr>
              <a:buSzPts val="2800"/>
              <a:buFont typeface="Calibri"/>
              <a:buNone/>
            </a:pPr>
            <a:r>
              <a:t/>
            </a:r>
            <a:endParaRPr>
              <a:latin typeface="Courier New"/>
              <a:ea typeface="Courier New"/>
              <a:cs typeface="Courier New"/>
              <a:sym typeface="Courier New"/>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for variable in word list</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do</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	… commands …</a:t>
            </a:r>
            <a:endParaRPr/>
          </a:p>
          <a:p>
            <a:pPr indent="-285750" lvl="1" marL="742950" rtl="0" algn="l">
              <a:spcBef>
                <a:spcPts val="560"/>
              </a:spcBef>
              <a:spcAft>
                <a:spcPts val="0"/>
              </a:spcAft>
              <a:buClr>
                <a:srgbClr val="000000"/>
              </a:buClr>
              <a:buSzPts val="2800"/>
              <a:buFont typeface="Courier New"/>
              <a:buNone/>
            </a:pPr>
            <a:r>
              <a:rPr lang="en-US">
                <a:latin typeface="Courier New"/>
                <a:ea typeface="Courier New"/>
                <a:cs typeface="Courier New"/>
                <a:sym typeface="Courier New"/>
              </a:rPr>
              <a:t>done</a:t>
            </a:r>
            <a:endParaRPr/>
          </a:p>
        </p:txBody>
      </p:sp>
      <p:sp>
        <p:nvSpPr>
          <p:cNvPr id="186" name="Google Shape;18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for</a:t>
            </a:r>
            <a:r>
              <a:rPr lang="en-US"/>
              <a:t> command </a:t>
            </a:r>
            <a:r>
              <a:rPr lang="en-US" sz="2000"/>
              <a:t>(cont.)</a:t>
            </a:r>
            <a:endParaRPr/>
          </a:p>
        </p:txBody>
      </p:sp>
      <p:sp>
        <p:nvSpPr>
          <p:cNvPr id="193" name="Google Shape;193;p1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285750" lvl="1" marL="742950" rtl="0" algn="l">
              <a:spcBef>
                <a:spcPts val="0"/>
              </a:spcBef>
              <a:spcAft>
                <a:spcPts val="0"/>
              </a:spcAft>
              <a:buClr>
                <a:srgbClr val="000000"/>
              </a:buClr>
              <a:buSzPts val="2400"/>
              <a:buFont typeface="Courier New"/>
              <a:buNone/>
            </a:pPr>
            <a:r>
              <a:rPr lang="en-US" sz="2400">
                <a:latin typeface="Courier New"/>
                <a:ea typeface="Courier New"/>
                <a:cs typeface="Courier New"/>
                <a:sym typeface="Courier New"/>
              </a:rPr>
              <a:t>for pal in mona ahmed maha</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echo hi $pal</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done</a:t>
            </a:r>
            <a:endParaRPr/>
          </a:p>
          <a:p>
            <a:pPr indent="-285750" lvl="1" marL="742950" rtl="0" algn="l">
              <a:spcBef>
                <a:spcPts val="480"/>
              </a:spcBef>
              <a:spcAft>
                <a:spcPts val="0"/>
              </a:spcAft>
              <a:buClr>
                <a:srgbClr val="000000"/>
              </a:buClr>
              <a:buSzPts val="2400"/>
              <a:buFont typeface="Calibri"/>
              <a:buNone/>
            </a:pPr>
            <a:r>
              <a:t/>
            </a:r>
            <a:endParaRPr sz="2400">
              <a:latin typeface="Courier New"/>
              <a:ea typeface="Courier New"/>
              <a:cs typeface="Courier New"/>
              <a:sym typeface="Courier New"/>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for person in `cat mylist`</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mailx $person &lt; letter</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		echo mail to $person was sent</a:t>
            </a:r>
            <a:endParaRPr/>
          </a:p>
          <a:p>
            <a:pPr indent="-285750" lvl="1" marL="742950" rtl="0" algn="l">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done</a:t>
            </a:r>
            <a:endParaRPr/>
          </a:p>
        </p:txBody>
      </p:sp>
      <p:sp>
        <p:nvSpPr>
          <p:cNvPr id="194" name="Google Shape;19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600"/>
              <a:buFont typeface="Calibri"/>
              <a:buNone/>
            </a:pPr>
            <a:r>
              <a:rPr lang="en-US" sz="3600"/>
              <a:t>The </a:t>
            </a:r>
            <a:r>
              <a:rPr lang="en-US" sz="3600">
                <a:latin typeface="Courier New"/>
                <a:ea typeface="Courier New"/>
                <a:cs typeface="Courier New"/>
                <a:sym typeface="Courier New"/>
              </a:rPr>
              <a:t>select</a:t>
            </a:r>
            <a:r>
              <a:rPr lang="en-US" sz="3600"/>
              <a:t> command and Menus</a:t>
            </a:r>
            <a:endParaRPr/>
          </a:p>
        </p:txBody>
      </p:sp>
      <p:sp>
        <p:nvSpPr>
          <p:cNvPr id="201" name="Google Shape;201;p13"/>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800"/>
              <a:buChar char="•"/>
            </a:pPr>
            <a:r>
              <a:rPr lang="en-US" sz="2800"/>
              <a:t>The </a:t>
            </a:r>
            <a:r>
              <a:rPr lang="en-US" sz="2800">
                <a:latin typeface="Courier New"/>
                <a:ea typeface="Courier New"/>
                <a:cs typeface="Courier New"/>
                <a:sym typeface="Courier New"/>
              </a:rPr>
              <a:t>select</a:t>
            </a:r>
            <a:r>
              <a:rPr lang="en-US" sz="2800"/>
              <a:t> loop is an easy way for creating menus.</a:t>
            </a:r>
            <a:endParaRPr/>
          </a:p>
          <a:p>
            <a:pPr indent="-342900" lvl="0" marL="342900" rtl="0" algn="l">
              <a:lnSpc>
                <a:spcPct val="90000"/>
              </a:lnSpc>
              <a:spcBef>
                <a:spcPts val="560"/>
              </a:spcBef>
              <a:spcAft>
                <a:spcPts val="0"/>
              </a:spcAft>
              <a:buClr>
                <a:srgbClr val="000000"/>
              </a:buClr>
              <a:buSzPts val="2800"/>
              <a:buChar char="•"/>
            </a:pPr>
            <a:r>
              <a:rPr lang="en-US" sz="2800"/>
              <a:t>The </a:t>
            </a:r>
            <a:r>
              <a:rPr lang="en-US" sz="2800">
                <a:latin typeface="Courier New"/>
                <a:ea typeface="Courier New"/>
                <a:cs typeface="Courier New"/>
                <a:sym typeface="Courier New"/>
              </a:rPr>
              <a:t>PS3</a:t>
            </a:r>
            <a:r>
              <a:rPr lang="en-US" sz="2800"/>
              <a:t> prompt is used to prompt the user for an input.</a:t>
            </a:r>
            <a:endParaRPr/>
          </a:p>
          <a:p>
            <a:pPr indent="-342900" lvl="0" marL="342900" rtl="0" algn="l">
              <a:lnSpc>
                <a:spcPct val="90000"/>
              </a:lnSpc>
              <a:spcBef>
                <a:spcPts val="560"/>
              </a:spcBef>
              <a:spcAft>
                <a:spcPts val="0"/>
              </a:spcAft>
              <a:buClr>
                <a:srgbClr val="000000"/>
              </a:buClr>
              <a:buSzPts val="2800"/>
              <a:buChar char="•"/>
            </a:pPr>
            <a:r>
              <a:rPr lang="en-US" sz="2800"/>
              <a:t>The input should be one of the numbers in the menu list.</a:t>
            </a:r>
            <a:endParaRPr/>
          </a:p>
          <a:p>
            <a:pPr indent="-342900" lvl="0" marL="342900" rtl="0" algn="l">
              <a:lnSpc>
                <a:spcPct val="90000"/>
              </a:lnSpc>
              <a:spcBef>
                <a:spcPts val="560"/>
              </a:spcBef>
              <a:spcAft>
                <a:spcPts val="0"/>
              </a:spcAft>
              <a:buClr>
                <a:srgbClr val="000000"/>
              </a:buClr>
              <a:buSzPts val="2800"/>
              <a:buChar char="•"/>
            </a:pPr>
            <a:r>
              <a:rPr lang="en-US" sz="2800"/>
              <a:t>The input is stored in the special variable </a:t>
            </a:r>
            <a:r>
              <a:rPr lang="en-US" sz="2800">
                <a:latin typeface="Courier New"/>
                <a:ea typeface="Courier New"/>
                <a:cs typeface="Courier New"/>
                <a:sym typeface="Courier New"/>
              </a:rPr>
              <a:t>RELPY</a:t>
            </a:r>
            <a:r>
              <a:rPr lang="en-US" sz="2800"/>
              <a:t>.</a:t>
            </a:r>
            <a:endParaRPr/>
          </a:p>
          <a:p>
            <a:pPr indent="-342900" lvl="0" marL="342900" rtl="0" algn="l">
              <a:lnSpc>
                <a:spcPct val="90000"/>
              </a:lnSpc>
              <a:spcBef>
                <a:spcPts val="560"/>
              </a:spcBef>
              <a:spcAft>
                <a:spcPts val="0"/>
              </a:spcAft>
              <a:buClr>
                <a:srgbClr val="000000"/>
              </a:buClr>
              <a:buSzPts val="2800"/>
              <a:buChar char="•"/>
            </a:pPr>
            <a:r>
              <a:rPr lang="en-US" sz="2800"/>
              <a:t>The </a:t>
            </a:r>
            <a:r>
              <a:rPr lang="en-US" sz="2800">
                <a:latin typeface="Courier New"/>
                <a:ea typeface="Courier New"/>
                <a:cs typeface="Courier New"/>
                <a:sym typeface="Courier New"/>
              </a:rPr>
              <a:t>case</a:t>
            </a:r>
            <a:r>
              <a:rPr lang="en-US" sz="2800"/>
              <a:t> command is used with the </a:t>
            </a:r>
            <a:r>
              <a:rPr lang="en-US" sz="2800">
                <a:latin typeface="Courier New"/>
                <a:ea typeface="Courier New"/>
                <a:cs typeface="Courier New"/>
                <a:sym typeface="Courier New"/>
              </a:rPr>
              <a:t>select</a:t>
            </a:r>
            <a:r>
              <a:rPr lang="en-US" sz="2800"/>
              <a:t> command to make it possible for the user to make a select from the menu.</a:t>
            </a:r>
            <a:endParaRPr/>
          </a:p>
        </p:txBody>
      </p:sp>
      <p:sp>
        <p:nvSpPr>
          <p:cNvPr id="202" name="Google Shape;20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209" name="Google Shape;209;p1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285750" lvl="1" marL="742950" rtl="0" algn="l">
              <a:lnSpc>
                <a:spcPct val="80000"/>
              </a:lnSpc>
              <a:spcBef>
                <a:spcPts val="0"/>
              </a:spcBef>
              <a:spcAft>
                <a:spcPts val="0"/>
              </a:spcAft>
              <a:buClr>
                <a:srgbClr val="000000"/>
              </a:buClr>
              <a:buSzPts val="2000"/>
              <a:buFont typeface="Courier New"/>
              <a:buNone/>
            </a:pPr>
            <a:r>
              <a:rPr b="1" lang="en-US" sz="2000">
                <a:latin typeface="Courier New"/>
                <a:ea typeface="Courier New"/>
                <a:cs typeface="Courier New"/>
                <a:sym typeface="Courier New"/>
              </a:rPr>
              <a:t>select choice in Ahmed Adel Tamer</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do</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case $choice in</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Ahmed) print Ahmed is good boy</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Adel) print Adel is the best</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Tamer) print Tamer is a bad boy</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 print $REPLY is not one of the choices.</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a:t>
            </a:r>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esac</a:t>
            </a:r>
            <a:endParaRPr b="1" sz="2000">
              <a:latin typeface="Courier New"/>
              <a:ea typeface="Courier New"/>
              <a:cs typeface="Courier New"/>
              <a:sym typeface="Courier New"/>
            </a:endParaRPr>
          </a:p>
          <a:p>
            <a:pPr indent="-285750" lvl="1" marL="742950" rtl="0" algn="l">
              <a:lnSpc>
                <a:spcPct val="8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done</a:t>
            </a:r>
            <a:endParaRPr/>
          </a:p>
        </p:txBody>
      </p:sp>
      <p:sp>
        <p:nvSpPr>
          <p:cNvPr id="210" name="Google Shape;2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217" name="Google Shape;217;p1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285750" lvl="1" marL="742950" rtl="0" algn="l">
              <a:lnSpc>
                <a:spcPct val="80000"/>
              </a:lnSpc>
              <a:spcBef>
                <a:spcPts val="0"/>
              </a:spcBef>
              <a:spcAft>
                <a:spcPts val="0"/>
              </a:spcAft>
              <a:buClr>
                <a:srgbClr val="000000"/>
              </a:buClr>
              <a:buSzPts val="2000"/>
              <a:buFont typeface="Courier New"/>
              <a:buNone/>
            </a:pPr>
            <a:r>
              <a:rPr lang="en-US" sz="2000">
                <a:latin typeface="Courier New"/>
                <a:ea typeface="Courier New"/>
                <a:cs typeface="Courier New"/>
                <a:sym typeface="Courier New"/>
              </a:rPr>
              <a:t>Output:</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1)Ahmed</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2)Adel</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3)Tamer</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 </a:t>
            </a:r>
            <a:r>
              <a:rPr b="1" lang="en-US" sz="2000">
                <a:latin typeface="Courier New"/>
                <a:ea typeface="Courier New"/>
                <a:cs typeface="Courier New"/>
                <a:sym typeface="Courier New"/>
              </a:rPr>
              <a:t>1</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Ahmed is a good boy</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1)Ahmed</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2)Adel</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3)Tamer</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5</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5 is not one of the choices</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1)Ahmed</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2)Adel</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3)Tamer</a:t>
            </a:r>
            <a:endParaRPr/>
          </a:p>
        </p:txBody>
      </p:sp>
      <p:sp>
        <p:nvSpPr>
          <p:cNvPr id="218" name="Google Shape;21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a:t>
            </a:r>
            <a:r>
              <a:rPr lang="en-US" sz="2000"/>
              <a:t>(cont.)</a:t>
            </a:r>
            <a:endParaRPr/>
          </a:p>
        </p:txBody>
      </p:sp>
      <p:sp>
        <p:nvSpPr>
          <p:cNvPr id="225" name="Google Shape;225;p1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Autofit/>
          </a:bodyPr>
          <a:lstStyle/>
          <a:p>
            <a:pPr indent="-285750" lvl="1" marL="742950" rtl="0" algn="l">
              <a:lnSpc>
                <a:spcPct val="80000"/>
              </a:lnSpc>
              <a:spcBef>
                <a:spcPts val="0"/>
              </a:spcBef>
              <a:spcAft>
                <a:spcPts val="0"/>
              </a:spcAft>
              <a:buClr>
                <a:srgbClr val="000000"/>
              </a:buClr>
              <a:buSzPts val="2000"/>
              <a:buFont typeface="Courier New"/>
              <a:buNone/>
            </a:pPr>
            <a:r>
              <a:rPr lang="en-US" sz="2000">
                <a:latin typeface="Courier New"/>
                <a:ea typeface="Courier New"/>
                <a:cs typeface="Courier New"/>
                <a:sym typeface="Courier New"/>
              </a:rPr>
              <a:t>print Choose from the following:</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select choice in Ahmed Adel Tamer</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do</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case $choice in</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Ahmed) print Ahmed is good boy</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		break;;</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Adel) print Adel is the best</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		break;;</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Tamer) print Tamer is a bad boy</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		break;;</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 print $REPLY is not one of the choices.</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   print Try again</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t>
            </a:r>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esac</a:t>
            </a:r>
            <a:endParaRPr sz="2000">
              <a:latin typeface="Courier New"/>
              <a:ea typeface="Courier New"/>
              <a:cs typeface="Courier New"/>
              <a:sym typeface="Courier New"/>
            </a:endParaRPr>
          </a:p>
          <a:p>
            <a:pPr indent="-285750" lvl="1" marL="742950" rtl="0" algn="l">
              <a:lnSpc>
                <a:spcPct val="8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done</a:t>
            </a:r>
            <a:endParaRPr/>
          </a:p>
        </p:txBody>
      </p:sp>
      <p:sp>
        <p:nvSpPr>
          <p:cNvPr id="226" name="Google Shape;226;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Free powerpoint template: www.brainybetty.com</a:t>
            </a:r>
            <a:endParaRPr/>
          </a:p>
        </p:txBody>
      </p:sp>
      <p:sp>
        <p:nvSpPr>
          <p:cNvPr id="227" name="Google Shape;227;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shift</a:t>
            </a:r>
            <a:r>
              <a:rPr lang="en-US"/>
              <a:t> command</a:t>
            </a:r>
            <a:endParaRPr/>
          </a:p>
        </p:txBody>
      </p:sp>
      <p:sp>
        <p:nvSpPr>
          <p:cNvPr id="234" name="Google Shape;234;p1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800"/>
              <a:buChar char="•"/>
            </a:pPr>
            <a:r>
              <a:rPr lang="en-US" sz="2800"/>
              <a:t>It shifts the parameter list to the left a specified number of times.</a:t>
            </a:r>
            <a:endParaRPr/>
          </a:p>
          <a:p>
            <a:pPr indent="-165100" lvl="0" marL="342900" rtl="0" algn="l">
              <a:lnSpc>
                <a:spcPct val="90000"/>
              </a:lnSpc>
              <a:spcBef>
                <a:spcPts val="560"/>
              </a:spcBef>
              <a:spcAft>
                <a:spcPts val="0"/>
              </a:spcAft>
              <a:buClr>
                <a:srgbClr val="000000"/>
              </a:buClr>
              <a:buSzPts val="2800"/>
              <a:buNone/>
            </a:pPr>
            <a:r>
              <a:t/>
            </a:r>
            <a:endParaRPr sz="2800"/>
          </a:p>
          <a:p>
            <a:pPr indent="-342900" lvl="0" marL="342900" rtl="0" algn="l">
              <a:lnSpc>
                <a:spcPct val="90000"/>
              </a:lnSpc>
              <a:spcBef>
                <a:spcPts val="560"/>
              </a:spcBef>
              <a:spcAft>
                <a:spcPts val="0"/>
              </a:spcAft>
              <a:buClr>
                <a:srgbClr val="000000"/>
              </a:buClr>
              <a:buSzPts val="2800"/>
              <a:buChar char="•"/>
            </a:pPr>
            <a:r>
              <a:rPr lang="en-US" sz="2800"/>
              <a:t>The </a:t>
            </a:r>
            <a:r>
              <a:rPr lang="en-US" sz="2800">
                <a:latin typeface="Courier New"/>
                <a:ea typeface="Courier New"/>
                <a:cs typeface="Courier New"/>
                <a:sym typeface="Courier New"/>
              </a:rPr>
              <a:t>shift</a:t>
            </a:r>
            <a:r>
              <a:rPr lang="en-US" sz="2800"/>
              <a:t> without arguments shifts the parameter list once to the left.</a:t>
            </a:r>
            <a:endParaRPr/>
          </a:p>
          <a:p>
            <a:pPr indent="-165100" lvl="0" marL="342900" rtl="0" algn="l">
              <a:lnSpc>
                <a:spcPct val="90000"/>
              </a:lnSpc>
              <a:spcBef>
                <a:spcPts val="560"/>
              </a:spcBef>
              <a:spcAft>
                <a:spcPts val="0"/>
              </a:spcAft>
              <a:buClr>
                <a:srgbClr val="000000"/>
              </a:buClr>
              <a:buSzPts val="2800"/>
              <a:buNone/>
            </a:pPr>
            <a:r>
              <a:t/>
            </a:r>
            <a:endParaRPr sz="2800"/>
          </a:p>
          <a:p>
            <a:pPr indent="-342900" lvl="0" marL="342900" rtl="0" algn="l">
              <a:lnSpc>
                <a:spcPct val="90000"/>
              </a:lnSpc>
              <a:spcBef>
                <a:spcPts val="560"/>
              </a:spcBef>
              <a:spcAft>
                <a:spcPts val="0"/>
              </a:spcAft>
              <a:buClr>
                <a:srgbClr val="000000"/>
              </a:buClr>
              <a:buSzPts val="2800"/>
              <a:buChar char="•"/>
            </a:pPr>
            <a:r>
              <a:rPr lang="en-US" sz="2800"/>
              <a:t>Once the list is shifted, the parameter is removed permanently.</a:t>
            </a:r>
            <a:endParaRPr/>
          </a:p>
          <a:p>
            <a:pPr indent="-165100" lvl="0" marL="342900" rtl="0" algn="l">
              <a:lnSpc>
                <a:spcPct val="90000"/>
              </a:lnSpc>
              <a:spcBef>
                <a:spcPts val="560"/>
              </a:spcBef>
              <a:spcAft>
                <a:spcPts val="0"/>
              </a:spcAft>
              <a:buClr>
                <a:srgbClr val="000000"/>
              </a:buClr>
              <a:buSzPts val="2800"/>
              <a:buNone/>
            </a:pPr>
            <a:r>
              <a:t/>
            </a:r>
            <a:endParaRPr sz="2800"/>
          </a:p>
          <a:p>
            <a:pPr indent="-342900" lvl="0" marL="342900" rtl="0" algn="l">
              <a:lnSpc>
                <a:spcPct val="90000"/>
              </a:lnSpc>
              <a:spcBef>
                <a:spcPts val="560"/>
              </a:spcBef>
              <a:spcAft>
                <a:spcPts val="0"/>
              </a:spcAft>
              <a:buClr>
                <a:srgbClr val="000000"/>
              </a:buClr>
              <a:buSzPts val="2800"/>
              <a:buChar char="•"/>
            </a:pPr>
            <a:r>
              <a:rPr lang="en-US" sz="2800"/>
              <a:t>It is often used in </a:t>
            </a:r>
            <a:r>
              <a:rPr lang="en-US" sz="2800">
                <a:latin typeface="Courier New"/>
                <a:ea typeface="Courier New"/>
                <a:cs typeface="Courier New"/>
                <a:sym typeface="Courier New"/>
              </a:rPr>
              <a:t>while</a:t>
            </a:r>
            <a:r>
              <a:rPr lang="en-US" sz="2800"/>
              <a:t> loops.</a:t>
            </a:r>
            <a:endParaRPr/>
          </a:p>
        </p:txBody>
      </p:sp>
      <p:sp>
        <p:nvSpPr>
          <p:cNvPr id="235" name="Google Shape;235;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a:t>
            </a:r>
            <a:endParaRPr/>
          </a:p>
        </p:txBody>
      </p:sp>
      <p:sp>
        <p:nvSpPr>
          <p:cNvPr id="242" name="Google Shape;242;p1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285750" lvl="1" marL="742950" rtl="0" algn="l">
              <a:lnSpc>
                <a:spcPct val="90000"/>
              </a:lnSpc>
              <a:spcBef>
                <a:spcPts val="0"/>
              </a:spcBef>
              <a:spcAft>
                <a:spcPts val="0"/>
              </a:spcAft>
              <a:buClr>
                <a:srgbClr val="000000"/>
              </a:buClr>
              <a:buSzPts val="2000"/>
              <a:buFont typeface="Courier New"/>
              <a:buNone/>
            </a:pPr>
            <a:r>
              <a:rPr b="1" lang="en-US" sz="2000">
                <a:latin typeface="Courier New"/>
                <a:ea typeface="Courier New"/>
                <a:cs typeface="Courier New"/>
                <a:sym typeface="Courier New"/>
              </a:rPr>
              <a:t>While (($#&gt;0))</a:t>
            </a:r>
            <a:endParaRPr/>
          </a:p>
          <a:p>
            <a:pPr indent="-285750" lvl="1" marL="742950" rtl="0" algn="l">
              <a:lnSpc>
                <a:spcPct val="9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do</a:t>
            </a:r>
            <a:endParaRPr/>
          </a:p>
          <a:p>
            <a:pPr indent="-285750" lvl="1" marL="742950" rtl="0" algn="l">
              <a:lnSpc>
                <a:spcPct val="9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print $*</a:t>
            </a:r>
            <a:endParaRPr/>
          </a:p>
          <a:p>
            <a:pPr indent="-285750" lvl="1" marL="742950" rtl="0" algn="l">
              <a:lnSpc>
                <a:spcPct val="9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shift</a:t>
            </a:r>
            <a:endParaRPr/>
          </a:p>
          <a:p>
            <a:pPr indent="-285750" lvl="1" marL="742950" rtl="0" algn="l">
              <a:lnSpc>
                <a:spcPct val="9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done</a:t>
            </a:r>
            <a:endParaRPr/>
          </a:p>
          <a:p>
            <a:pPr indent="-285750" lvl="1" marL="742950" rtl="0" algn="l">
              <a:lnSpc>
                <a:spcPct val="90000"/>
              </a:lnSpc>
              <a:spcBef>
                <a:spcPts val="400"/>
              </a:spcBef>
              <a:spcAft>
                <a:spcPts val="0"/>
              </a:spcAft>
              <a:buClr>
                <a:srgbClr val="000000"/>
              </a:buClr>
              <a:buSzPts val="2000"/>
              <a:buFont typeface="Courier New"/>
              <a:buNone/>
            </a:pPr>
            <a:r>
              <a:rPr b="1" lang="en-US" sz="2000">
                <a:latin typeface="Courier New"/>
                <a:ea typeface="Courier New"/>
                <a:cs typeface="Courier New"/>
                <a:sym typeface="Courier New"/>
              </a:rPr>
              <a:t>:wq doit</a:t>
            </a:r>
            <a:endParaRPr/>
          </a:p>
          <a:p>
            <a:pPr indent="-285750" lvl="1" marL="742950" rtl="0" algn="l">
              <a:lnSpc>
                <a:spcPct val="90000"/>
              </a:lnSpc>
              <a:spcBef>
                <a:spcPts val="200"/>
              </a:spcBef>
              <a:spcAft>
                <a:spcPts val="0"/>
              </a:spcAft>
              <a:buClr>
                <a:srgbClr val="000000"/>
              </a:buClr>
              <a:buSzPts val="1000"/>
              <a:buFont typeface="Calibri"/>
              <a:buNone/>
            </a:pPr>
            <a:r>
              <a:t/>
            </a:r>
            <a:endParaRPr b="1" sz="1000">
              <a:latin typeface="Courier New"/>
              <a:ea typeface="Courier New"/>
              <a:cs typeface="Courier New"/>
              <a:sym typeface="Courier New"/>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./doit a b c d 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a b c d 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b c d 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c d 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d 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e </a:t>
            </a:r>
            <a:endParaRPr/>
          </a:p>
        </p:txBody>
      </p:sp>
      <p:sp>
        <p:nvSpPr>
          <p:cNvPr id="243" name="Google Shape;24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Free powerpoint template: www.brainybetty.com</a:t>
            </a:r>
            <a:endParaRPr/>
          </a:p>
        </p:txBody>
      </p:sp>
      <p:sp>
        <p:nvSpPr>
          <p:cNvPr id="244" name="Google Shape;24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break</a:t>
            </a:r>
            <a:r>
              <a:rPr lang="en-US">
                <a:latin typeface="Courier"/>
                <a:ea typeface="Courier"/>
                <a:cs typeface="Courier"/>
                <a:sym typeface="Courier"/>
              </a:rPr>
              <a:t> </a:t>
            </a:r>
            <a:r>
              <a:rPr lang="en-US"/>
              <a:t>command</a:t>
            </a:r>
            <a:endParaRPr/>
          </a:p>
        </p:txBody>
      </p:sp>
      <p:sp>
        <p:nvSpPr>
          <p:cNvPr id="251" name="Google Shape;251;p1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000000"/>
              </a:buClr>
              <a:buSzPts val="2000"/>
              <a:buChar char="•"/>
            </a:pPr>
            <a:r>
              <a:rPr lang="en-US" sz="2000"/>
              <a:t>The </a:t>
            </a:r>
            <a:r>
              <a:rPr lang="en-US" sz="2000">
                <a:latin typeface="Courier New"/>
                <a:ea typeface="Courier New"/>
                <a:cs typeface="Courier New"/>
                <a:sym typeface="Courier New"/>
              </a:rPr>
              <a:t>break</a:t>
            </a:r>
            <a:r>
              <a:rPr lang="en-US" sz="2000"/>
              <a:t> command is used to force immediate exit from the loop, but not from the program.</a:t>
            </a:r>
            <a:endParaRPr/>
          </a:p>
          <a:p>
            <a:pPr indent="-215900" lvl="0" marL="342900" rtl="0" algn="l">
              <a:lnSpc>
                <a:spcPct val="80000"/>
              </a:lnSpc>
              <a:spcBef>
                <a:spcPts val="400"/>
              </a:spcBef>
              <a:spcAft>
                <a:spcPts val="0"/>
              </a:spcAft>
              <a:buClr>
                <a:srgbClr val="000000"/>
              </a:buClr>
              <a:buSzPts val="2000"/>
              <a:buNone/>
            </a:pPr>
            <a:r>
              <a:t/>
            </a:r>
            <a:endParaRPr sz="2000"/>
          </a:p>
          <a:p>
            <a:pPr indent="-342900" lvl="0" marL="342900" rtl="0" algn="l">
              <a:lnSpc>
                <a:spcPct val="80000"/>
              </a:lnSpc>
              <a:spcBef>
                <a:spcPts val="400"/>
              </a:spcBef>
              <a:spcAft>
                <a:spcPts val="0"/>
              </a:spcAft>
              <a:buClr>
                <a:srgbClr val="000000"/>
              </a:buClr>
              <a:buSzPts val="2000"/>
              <a:buChar char="•"/>
            </a:pPr>
            <a:r>
              <a:rPr lang="en-US" sz="2000"/>
              <a:t>Example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while true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do</a:t>
            </a:r>
            <a:endParaRPr/>
          </a:p>
          <a:p>
            <a:pPr indent="-285750" lvl="1" marL="742950" rtl="0" algn="l">
              <a:lnSpc>
                <a:spcPct val="80000"/>
              </a:lnSpc>
              <a:spcBef>
                <a:spcPts val="360"/>
              </a:spcBef>
              <a:spcAft>
                <a:spcPts val="0"/>
              </a:spcAft>
              <a:buClr>
                <a:srgbClr val="000000"/>
              </a:buClr>
              <a:buSzPts val="1800"/>
              <a:buNone/>
            </a:pPr>
            <a:r>
              <a:rPr lang="en-US" sz="1800">
                <a:latin typeface="Courier New"/>
                <a:ea typeface="Courier New"/>
                <a:cs typeface="Courier New"/>
                <a:sym typeface="Courier New"/>
              </a:rPr>
              <a:t>echo “Are you ready to move on?”</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read answer</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if [ [ $answer =[Yy]* ]] # the new test command</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then</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break</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else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	…commands..</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done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echo “Here are you?”</a:t>
            </a:r>
            <a:endParaRPr/>
          </a:p>
          <a:p>
            <a:pPr indent="-285750" lvl="1" marL="742950" rtl="0" algn="l">
              <a:lnSpc>
                <a:spcPct val="80000"/>
              </a:lnSpc>
              <a:spcBef>
                <a:spcPts val="360"/>
              </a:spcBef>
              <a:spcAft>
                <a:spcPts val="0"/>
              </a:spcAft>
              <a:buClr>
                <a:srgbClr val="000000"/>
              </a:buClr>
              <a:buSzPts val="1800"/>
              <a:buFont typeface="Calibri"/>
              <a:buNone/>
            </a:pPr>
            <a:r>
              <a:t/>
            </a:r>
            <a:endParaRPr sz="1800">
              <a:latin typeface="Courier New"/>
              <a:ea typeface="Courier New"/>
              <a:cs typeface="Courier New"/>
              <a:sym typeface="Courier New"/>
            </a:endParaRPr>
          </a:p>
        </p:txBody>
      </p:sp>
      <p:sp>
        <p:nvSpPr>
          <p:cNvPr id="252" name="Google Shape;2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The </a:t>
            </a:r>
            <a:r>
              <a:rPr lang="en-US">
                <a:latin typeface="Courier New"/>
                <a:ea typeface="Courier New"/>
                <a:cs typeface="Courier New"/>
                <a:sym typeface="Courier New"/>
              </a:rPr>
              <a:t>continue</a:t>
            </a:r>
            <a:r>
              <a:rPr lang="en-US"/>
              <a:t> command</a:t>
            </a:r>
            <a:endParaRPr/>
          </a:p>
        </p:txBody>
      </p:sp>
      <p:sp>
        <p:nvSpPr>
          <p:cNvPr id="259" name="Google Shape;259;p2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rgbClr val="000000"/>
              </a:buClr>
              <a:buSzPts val="2400"/>
              <a:buChar char="•"/>
            </a:pPr>
            <a:r>
              <a:rPr lang="en-US" sz="2400"/>
              <a:t>The </a:t>
            </a:r>
            <a:r>
              <a:rPr lang="en-US" sz="2400">
                <a:latin typeface="Courier New"/>
                <a:ea typeface="Courier New"/>
                <a:cs typeface="Courier New"/>
                <a:sym typeface="Courier New"/>
              </a:rPr>
              <a:t>continue</a:t>
            </a:r>
            <a:r>
              <a:rPr lang="en-US" sz="2400"/>
              <a:t> command is used to starts back at the top of the loop</a:t>
            </a:r>
            <a:endParaRPr/>
          </a:p>
          <a:p>
            <a:pPr indent="-190500" lvl="0" marL="342900" rtl="0" algn="l">
              <a:lnSpc>
                <a:spcPct val="90000"/>
              </a:lnSpc>
              <a:spcBef>
                <a:spcPts val="480"/>
              </a:spcBef>
              <a:spcAft>
                <a:spcPts val="0"/>
              </a:spcAft>
              <a:buClr>
                <a:srgbClr val="000000"/>
              </a:buClr>
              <a:buSzPts val="2400"/>
              <a:buNone/>
            </a:pPr>
            <a:r>
              <a:t/>
            </a:r>
            <a:endParaRPr sz="2400"/>
          </a:p>
          <a:p>
            <a:pPr indent="-342900" lvl="0" marL="342900" rtl="0" algn="l">
              <a:lnSpc>
                <a:spcPct val="90000"/>
              </a:lnSpc>
              <a:spcBef>
                <a:spcPts val="480"/>
              </a:spcBef>
              <a:spcAft>
                <a:spcPts val="0"/>
              </a:spcAft>
              <a:buClr>
                <a:srgbClr val="000000"/>
              </a:buClr>
              <a:buSzPts val="2400"/>
              <a:buChar char="•"/>
            </a:pPr>
            <a:r>
              <a:rPr lang="en-US" sz="2400"/>
              <a:t>Example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for name in `cat names`</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do</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if [ $name = sherine ]</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then</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continue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else</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mailx $name &lt;memo</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fi</a:t>
            </a:r>
            <a:endParaRPr/>
          </a:p>
          <a:p>
            <a:pPr indent="-285750" lvl="1" marL="742950" rtl="0" algn="l">
              <a:lnSpc>
                <a:spcPct val="90000"/>
              </a:lnSpc>
              <a:spcBef>
                <a:spcPts val="400"/>
              </a:spcBef>
              <a:spcAft>
                <a:spcPts val="0"/>
              </a:spcAft>
              <a:buClr>
                <a:srgbClr val="000000"/>
              </a:buClr>
              <a:buSzPts val="2000"/>
              <a:buFont typeface="Courier New"/>
              <a:buNone/>
            </a:pPr>
            <a:r>
              <a:rPr lang="en-US" sz="2000">
                <a:latin typeface="Courier New"/>
                <a:ea typeface="Courier New"/>
                <a:cs typeface="Courier New"/>
                <a:sym typeface="Courier New"/>
              </a:rPr>
              <a:t>done</a:t>
            </a:r>
            <a:endParaRPr/>
          </a:p>
        </p:txBody>
      </p:sp>
      <p:sp>
        <p:nvSpPr>
          <p:cNvPr id="260" name="Google Shape;2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 for Nested Loops</a:t>
            </a:r>
            <a:endParaRPr/>
          </a:p>
        </p:txBody>
      </p:sp>
      <p:sp>
        <p:nvSpPr>
          <p:cNvPr id="267" name="Google Shape;267;p21"/>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285750" lvl="1" marL="742950" rtl="0" algn="l">
              <a:lnSpc>
                <a:spcPct val="80000"/>
              </a:lnSpc>
              <a:spcBef>
                <a:spcPts val="0"/>
              </a:spcBef>
              <a:spcAft>
                <a:spcPts val="0"/>
              </a:spcAft>
              <a:buClr>
                <a:srgbClr val="000000"/>
              </a:buClr>
              <a:buSzPts val="1400"/>
              <a:buFont typeface="Courier New"/>
              <a:buNone/>
            </a:pPr>
            <a:r>
              <a:rPr b="1" lang="en-US" sz="1400">
                <a:latin typeface="Courier New"/>
                <a:ea typeface="Courier New"/>
                <a:cs typeface="Courier New"/>
                <a:sym typeface="Courier New"/>
              </a:rPr>
              <a:t>while true</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do</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for user in Ahmed Tamer Samy</a:t>
            </a:r>
            <a:endParaRPr b="1" sz="1400">
              <a:latin typeface="Courier New"/>
              <a:ea typeface="Courier New"/>
              <a:cs typeface="Courier New"/>
              <a:sym typeface="Courier New"/>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do</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if [[ $user = [Tt]* ]]</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then </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echo A Hi from Tamer</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continue </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fi</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while true</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do</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if [[ $user = [S]* ]]</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then 	</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echo A Hi from Samy</a:t>
            </a:r>
            <a:endParaRPr b="1" sz="1400">
              <a:latin typeface="Courier New"/>
              <a:ea typeface="Courier New"/>
              <a:cs typeface="Courier New"/>
              <a:sym typeface="Courier New"/>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break 3</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fi</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echo A Hi from Ahmed</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continue 2</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done</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	done</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done</a:t>
            </a:r>
            <a:endParaRPr/>
          </a:p>
          <a:p>
            <a:pPr indent="-285750" lvl="1" marL="742950" rtl="0" algn="l">
              <a:lnSpc>
                <a:spcPct val="80000"/>
              </a:lnSpc>
              <a:spcBef>
                <a:spcPts val="280"/>
              </a:spcBef>
              <a:spcAft>
                <a:spcPts val="0"/>
              </a:spcAft>
              <a:buClr>
                <a:srgbClr val="000000"/>
              </a:buClr>
              <a:buSzPts val="1400"/>
              <a:buFont typeface="Courier New"/>
              <a:buNone/>
            </a:pPr>
            <a:r>
              <a:rPr b="1" lang="en-US" sz="1400">
                <a:latin typeface="Courier New"/>
                <a:ea typeface="Courier New"/>
                <a:cs typeface="Courier New"/>
                <a:sym typeface="Courier New"/>
              </a:rPr>
              <a:t>echo Out of the Loop</a:t>
            </a:r>
            <a:endParaRPr/>
          </a:p>
        </p:txBody>
      </p:sp>
      <p:sp>
        <p:nvSpPr>
          <p:cNvPr id="268" name="Google Shape;26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Free powerpoint template: www.brainybetty.com</a:t>
            </a:r>
            <a:endParaRPr/>
          </a:p>
        </p:txBody>
      </p:sp>
      <p:sp>
        <p:nvSpPr>
          <p:cNvPr id="269" name="Google Shape;26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b="0" lang="en-US"/>
              <a:t>Substitutions</a:t>
            </a:r>
            <a:endParaRPr/>
          </a:p>
        </p:txBody>
      </p:sp>
      <p:sp>
        <p:nvSpPr>
          <p:cNvPr id="275" name="Google Shape;275;p22"/>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80000"/>
              </a:lnSpc>
              <a:spcBef>
                <a:spcPts val="0"/>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echo $(date)</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Thu Jan 9 13:38:21 EET 2003</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var=$(date)</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print var</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var</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echo $var</a:t>
            </a:r>
            <a:endParaRPr/>
          </a:p>
          <a:p>
            <a:pPr indent="-285750" lvl="1" marL="742950" rtl="0" algn="l">
              <a:lnSpc>
                <a:spcPct val="80000"/>
              </a:lnSpc>
              <a:spcBef>
                <a:spcPts val="444"/>
              </a:spcBef>
              <a:spcAft>
                <a:spcPts val="0"/>
              </a:spcAft>
              <a:buClr>
                <a:srgbClr val="000000"/>
              </a:buClr>
              <a:buSzPct val="100000"/>
              <a:buFont typeface="Courier New"/>
              <a:buNone/>
            </a:pPr>
            <a:r>
              <a:rPr lang="en-US" sz="2400">
                <a:latin typeface="Courier New"/>
                <a:ea typeface="Courier New"/>
                <a:cs typeface="Courier New"/>
                <a:sym typeface="Courier New"/>
              </a:rPr>
              <a:t>Thu Jan 9 13:38:49 EET 2003</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cat x</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abc</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var=`cat x`</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t>
            </a:r>
            <a:r>
              <a:rPr b="1" lang="en-US" sz="2800">
                <a:latin typeface="Courier New"/>
                <a:ea typeface="Courier New"/>
                <a:cs typeface="Courier New"/>
                <a:sym typeface="Courier New"/>
              </a:rPr>
              <a:t>echo $var</a:t>
            </a:r>
            <a:endParaRPr/>
          </a:p>
          <a:p>
            <a:pPr indent="-342900" lvl="0" marL="342900" rtl="0" algn="l">
              <a:lnSpc>
                <a:spcPct val="80000"/>
              </a:lnSpc>
              <a:spcBef>
                <a:spcPts val="518"/>
              </a:spcBef>
              <a:spcAft>
                <a:spcPts val="0"/>
              </a:spcAft>
              <a:buClr>
                <a:srgbClr val="000000"/>
              </a:buClr>
              <a:buSzPct val="100000"/>
              <a:buFont typeface="Courier New"/>
              <a:buNone/>
            </a:pPr>
            <a:r>
              <a:rPr lang="en-US" sz="2800">
                <a:latin typeface="Courier New"/>
                <a:ea typeface="Courier New"/>
                <a:cs typeface="Courier New"/>
                <a:sym typeface="Courier New"/>
              </a:rPr>
              <a:t>	abc</a:t>
            </a:r>
            <a:endParaRPr/>
          </a:p>
        </p:txBody>
      </p:sp>
      <p:sp>
        <p:nvSpPr>
          <p:cNvPr id="276" name="Google Shape;27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3"/>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Arrays</a:t>
            </a:r>
            <a:endParaRPr/>
          </a:p>
        </p:txBody>
      </p:sp>
      <p:sp>
        <p:nvSpPr>
          <p:cNvPr id="283" name="Google Shape;283;p23"/>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3200"/>
              <a:buChar char="•"/>
            </a:pPr>
            <a:r>
              <a:rPr lang="en-US">
                <a:latin typeface="Courier New"/>
                <a:ea typeface="Courier New"/>
                <a:cs typeface="Courier New"/>
                <a:sym typeface="Courier New"/>
              </a:rPr>
              <a:t>korn/bash</a:t>
            </a:r>
            <a:r>
              <a:rPr lang="en-US"/>
              <a:t> shells are one-dimensional arrays that contain up to 1024 elements consisting of words or integers.</a:t>
            </a:r>
            <a:endParaRPr/>
          </a:p>
          <a:p>
            <a:pPr indent="-342900" lvl="0" marL="342900" rtl="0" algn="l">
              <a:lnSpc>
                <a:spcPct val="90000"/>
              </a:lnSpc>
              <a:spcBef>
                <a:spcPts val="640"/>
              </a:spcBef>
              <a:spcAft>
                <a:spcPts val="0"/>
              </a:spcAft>
              <a:buClr>
                <a:srgbClr val="000000"/>
              </a:buClr>
              <a:buSzPts val="3200"/>
              <a:buChar char="•"/>
            </a:pPr>
            <a:r>
              <a:rPr lang="en-US"/>
              <a:t>Index starts with zero.</a:t>
            </a:r>
            <a:endParaRPr/>
          </a:p>
          <a:p>
            <a:pPr indent="-342900" lvl="0" marL="342900" rtl="0" algn="l">
              <a:lnSpc>
                <a:spcPct val="90000"/>
              </a:lnSpc>
              <a:spcBef>
                <a:spcPts val="640"/>
              </a:spcBef>
              <a:spcAft>
                <a:spcPts val="0"/>
              </a:spcAft>
              <a:buClr>
                <a:srgbClr val="000000"/>
              </a:buClr>
              <a:buSzPts val="3200"/>
              <a:buChar char="•"/>
            </a:pPr>
            <a:r>
              <a:rPr lang="en-US"/>
              <a:t>Each element can be set and unset individual.</a:t>
            </a:r>
            <a:endParaRPr/>
          </a:p>
          <a:p>
            <a:pPr indent="-342900" lvl="0" marL="342900" rtl="0" algn="l">
              <a:lnSpc>
                <a:spcPct val="90000"/>
              </a:lnSpc>
              <a:spcBef>
                <a:spcPts val="640"/>
              </a:spcBef>
              <a:spcAft>
                <a:spcPts val="0"/>
              </a:spcAft>
              <a:buClr>
                <a:srgbClr val="000000"/>
              </a:buClr>
              <a:buSzPts val="3200"/>
              <a:buChar char="•"/>
            </a:pPr>
            <a:r>
              <a:rPr lang="en-US"/>
              <a:t>Values do not have to be set in any particular order.</a:t>
            </a:r>
            <a:endParaRPr/>
          </a:p>
        </p:txBody>
      </p:sp>
      <p:sp>
        <p:nvSpPr>
          <p:cNvPr id="284" name="Google Shape;28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600"/>
              <a:buFont typeface="Calibri"/>
              <a:buNone/>
            </a:pPr>
            <a:r>
              <a:rPr lang="en-US" sz="3600"/>
              <a:t>Examples</a:t>
            </a:r>
            <a:endParaRPr/>
          </a:p>
        </p:txBody>
      </p:sp>
      <p:sp>
        <p:nvSpPr>
          <p:cNvPr id="291" name="Google Shape;291;p24"/>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rgbClr val="000000"/>
              </a:buClr>
              <a:buSzPct val="100000"/>
              <a:buChar char="•"/>
            </a:pPr>
            <a:r>
              <a:rPr lang="en-US" sz="2400"/>
              <a:t>To set the value of array element</a:t>
            </a:r>
            <a:endParaRPr/>
          </a:p>
          <a:p>
            <a:pPr indent="-285750" lvl="1" marL="742950" rtl="0" algn="l">
              <a:lnSpc>
                <a:spcPct val="90000"/>
              </a:lnSpc>
              <a:spcBef>
                <a:spcPts val="166"/>
              </a:spcBef>
              <a:spcAft>
                <a:spcPts val="0"/>
              </a:spcAft>
              <a:buClr>
                <a:srgbClr val="000000"/>
              </a:buClr>
              <a:buSzPct val="100000"/>
              <a:buFont typeface="Calibri"/>
              <a:buNone/>
            </a:pPr>
            <a:r>
              <a:t/>
            </a:r>
            <a:endParaRPr sz="9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array[0]=ahmed</a:t>
            </a:r>
            <a:endParaRPr b="1" sz="20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array[1]=ali</a:t>
            </a:r>
            <a:endParaRPr b="1" sz="20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array[2]=mohamed</a:t>
            </a:r>
            <a:endParaRPr b="1" sz="20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array=(“ahmed” “ali” “mohamed”)</a:t>
            </a:r>
            <a:endParaRPr/>
          </a:p>
          <a:p>
            <a:pPr indent="-285750" lvl="1" marL="742950" rtl="0" algn="l">
              <a:lnSpc>
                <a:spcPct val="90000"/>
              </a:lnSpc>
              <a:spcBef>
                <a:spcPts val="166"/>
              </a:spcBef>
              <a:spcAft>
                <a:spcPts val="0"/>
              </a:spcAft>
              <a:buClr>
                <a:srgbClr val="000000"/>
              </a:buClr>
              <a:buSzPct val="100000"/>
              <a:buFont typeface="Calibri"/>
              <a:buNone/>
            </a:pPr>
            <a:r>
              <a:t/>
            </a:r>
            <a:endParaRPr sz="900">
              <a:latin typeface="Courier New"/>
              <a:ea typeface="Courier New"/>
              <a:cs typeface="Courier New"/>
              <a:sym typeface="Courier New"/>
            </a:endParaRPr>
          </a:p>
          <a:p>
            <a:pPr indent="-201930" lvl="0" marL="342900" rtl="0" algn="l">
              <a:lnSpc>
                <a:spcPct val="90000"/>
              </a:lnSpc>
              <a:spcBef>
                <a:spcPts val="444"/>
              </a:spcBef>
              <a:spcAft>
                <a:spcPts val="0"/>
              </a:spcAft>
              <a:buClr>
                <a:srgbClr val="000000"/>
              </a:buClr>
              <a:buSzPct val="100000"/>
              <a:buNone/>
            </a:pPr>
            <a:r>
              <a:t/>
            </a:r>
            <a:endParaRPr sz="2400"/>
          </a:p>
          <a:p>
            <a:pPr indent="-342900" lvl="0" marL="342900" rtl="0" algn="l">
              <a:lnSpc>
                <a:spcPct val="90000"/>
              </a:lnSpc>
              <a:spcBef>
                <a:spcPts val="444"/>
              </a:spcBef>
              <a:spcAft>
                <a:spcPts val="0"/>
              </a:spcAft>
              <a:buClr>
                <a:srgbClr val="000000"/>
              </a:buClr>
              <a:buSzPct val="100000"/>
              <a:buChar char="•"/>
            </a:pPr>
            <a:r>
              <a:rPr lang="en-US" sz="2400"/>
              <a:t>To print the values of the array elements</a:t>
            </a:r>
            <a:endParaRPr/>
          </a:p>
          <a:p>
            <a:pPr indent="-285750" lvl="1" marL="742950" rtl="0" algn="l">
              <a:lnSpc>
                <a:spcPct val="90000"/>
              </a:lnSpc>
              <a:spcBef>
                <a:spcPts val="166"/>
              </a:spcBef>
              <a:spcAft>
                <a:spcPts val="0"/>
              </a:spcAft>
              <a:buClr>
                <a:srgbClr val="000000"/>
              </a:buClr>
              <a:buSzPct val="100000"/>
              <a:buFont typeface="Calibri"/>
              <a:buNone/>
            </a:pPr>
            <a:r>
              <a:t/>
            </a:r>
            <a:endParaRPr sz="9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echo ${array[0]}</a:t>
            </a:r>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ahmed</a:t>
            </a:r>
            <a:endParaRPr sz="20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echo ${array[1]}</a:t>
            </a:r>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ali</a:t>
            </a:r>
            <a:endParaRPr sz="2000">
              <a:latin typeface="Courier New"/>
              <a:ea typeface="Courier New"/>
              <a:cs typeface="Courier New"/>
              <a:sym typeface="Courier New"/>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a:t>
            </a:r>
            <a:r>
              <a:rPr b="1" lang="en-US" sz="2000">
                <a:latin typeface="Courier New"/>
                <a:ea typeface="Courier New"/>
                <a:cs typeface="Courier New"/>
                <a:sym typeface="Courier New"/>
              </a:rPr>
              <a:t>echo ${array[2]}</a:t>
            </a:r>
            <a:endParaRPr/>
          </a:p>
          <a:p>
            <a:pPr indent="-285750" lvl="1" marL="742950" rtl="0" algn="l">
              <a:lnSpc>
                <a:spcPct val="90000"/>
              </a:lnSpc>
              <a:spcBef>
                <a:spcPts val="370"/>
              </a:spcBef>
              <a:spcAft>
                <a:spcPts val="0"/>
              </a:spcAft>
              <a:buClr>
                <a:srgbClr val="000000"/>
              </a:buClr>
              <a:buSzPct val="100000"/>
              <a:buFont typeface="Courier New"/>
              <a:buNone/>
            </a:pPr>
            <a:r>
              <a:rPr lang="en-US" sz="2000">
                <a:latin typeface="Courier New"/>
                <a:ea typeface="Courier New"/>
                <a:cs typeface="Courier New"/>
                <a:sym typeface="Courier New"/>
              </a:rPr>
              <a:t>mohamed</a:t>
            </a:r>
            <a:endParaRPr sz="2000">
              <a:latin typeface="Courier New"/>
              <a:ea typeface="Courier New"/>
              <a:cs typeface="Courier New"/>
              <a:sym typeface="Courier New"/>
            </a:endParaRPr>
          </a:p>
        </p:txBody>
      </p:sp>
      <p:sp>
        <p:nvSpPr>
          <p:cNvPr id="292" name="Google Shape;29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Examples </a:t>
            </a:r>
            <a:r>
              <a:rPr lang="en-US" sz="2000"/>
              <a:t>(cont.)</a:t>
            </a:r>
            <a:endParaRPr/>
          </a:p>
        </p:txBody>
      </p:sp>
      <p:sp>
        <p:nvSpPr>
          <p:cNvPr id="299" name="Google Shape;299;p25"/>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0000"/>
              </a:lnSpc>
              <a:spcBef>
                <a:spcPts val="0"/>
              </a:spcBef>
              <a:spcAft>
                <a:spcPts val="0"/>
              </a:spcAft>
              <a:buClr>
                <a:srgbClr val="000000"/>
              </a:buClr>
              <a:buSzPts val="2000"/>
              <a:buChar char="•"/>
            </a:pPr>
            <a:r>
              <a:rPr lang="en-US" sz="2000"/>
              <a:t>To declare a 2 integer elements array</a:t>
            </a:r>
            <a:endParaRPr/>
          </a:p>
          <a:p>
            <a:pPr indent="-285750" lvl="1" marL="742950" rtl="0" algn="l">
              <a:lnSpc>
                <a:spcPct val="80000"/>
              </a:lnSpc>
              <a:spcBef>
                <a:spcPts val="180"/>
              </a:spcBef>
              <a:spcAft>
                <a:spcPts val="0"/>
              </a:spcAft>
              <a:buClr>
                <a:srgbClr val="000000"/>
              </a:buClr>
              <a:buSzPts val="900"/>
              <a:buFont typeface="Calibri"/>
              <a:buNone/>
            </a:pPr>
            <a:r>
              <a:t/>
            </a:r>
            <a:endParaRPr sz="900"/>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typeset –i ele[2]</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ele[0]=50</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ele[1]=happy</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ksh:happy:bad number</a:t>
            </a:r>
            <a:endParaRPr/>
          </a:p>
          <a:p>
            <a:pPr indent="-285750" lvl="1" marL="742950" rtl="0" algn="l">
              <a:lnSpc>
                <a:spcPct val="80000"/>
              </a:lnSpc>
              <a:spcBef>
                <a:spcPts val="200"/>
              </a:spcBef>
              <a:spcAft>
                <a:spcPts val="0"/>
              </a:spcAft>
              <a:buClr>
                <a:srgbClr val="000000"/>
              </a:buClr>
              <a:buSzPts val="1000"/>
              <a:buFont typeface="Calibri"/>
              <a:buNone/>
            </a:pPr>
            <a:r>
              <a:t/>
            </a:r>
            <a:endParaRPr sz="1000">
              <a:latin typeface="Courier New"/>
              <a:ea typeface="Courier New"/>
              <a:cs typeface="Courier New"/>
              <a:sym typeface="Courier New"/>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ele[1]=6</a:t>
            </a:r>
            <a:endParaRPr/>
          </a:p>
          <a:p>
            <a:pPr indent="-285750" lvl="1" marL="742950" rtl="0" algn="l">
              <a:lnSpc>
                <a:spcPct val="80000"/>
              </a:lnSpc>
              <a:spcBef>
                <a:spcPts val="180"/>
              </a:spcBef>
              <a:spcAft>
                <a:spcPts val="0"/>
              </a:spcAft>
              <a:buClr>
                <a:srgbClr val="000000"/>
              </a:buClr>
              <a:buSzPts val="900"/>
              <a:buFont typeface="Calibri"/>
              <a:buNone/>
            </a:pPr>
            <a:r>
              <a:t/>
            </a:r>
            <a:endParaRPr sz="900">
              <a:latin typeface="Courier New"/>
              <a:ea typeface="Courier New"/>
              <a:cs typeface="Courier New"/>
              <a:sym typeface="Courier New"/>
            </a:endParaRPr>
          </a:p>
          <a:p>
            <a:pPr indent="-342900" lvl="0" marL="342900" rtl="0" algn="l">
              <a:lnSpc>
                <a:spcPct val="80000"/>
              </a:lnSpc>
              <a:spcBef>
                <a:spcPts val="400"/>
              </a:spcBef>
              <a:spcAft>
                <a:spcPts val="0"/>
              </a:spcAft>
              <a:buClr>
                <a:srgbClr val="000000"/>
              </a:buClr>
              <a:buSzPts val="2000"/>
              <a:buChar char="•"/>
            </a:pPr>
            <a:r>
              <a:rPr lang="en-US" sz="2000"/>
              <a:t>To display all the elements in the array</a:t>
            </a:r>
            <a:endParaRPr/>
          </a:p>
          <a:p>
            <a:pPr indent="-285750" lvl="1" marL="742950" rtl="0" algn="l">
              <a:lnSpc>
                <a:spcPct val="80000"/>
              </a:lnSpc>
              <a:spcBef>
                <a:spcPts val="180"/>
              </a:spcBef>
              <a:spcAft>
                <a:spcPts val="0"/>
              </a:spcAft>
              <a:buClr>
                <a:srgbClr val="000000"/>
              </a:buClr>
              <a:buSzPts val="900"/>
              <a:buFont typeface="Calibri"/>
              <a:buNone/>
            </a:pPr>
            <a:r>
              <a:t/>
            </a:r>
            <a:endParaRPr sz="900">
              <a:latin typeface="Courier New"/>
              <a:ea typeface="Courier New"/>
              <a:cs typeface="Courier New"/>
              <a:sym typeface="Courier New"/>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print ${ele[*]}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50 6</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print ${ele[@]}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50 6</a:t>
            </a:r>
            <a:endParaRPr/>
          </a:p>
          <a:p>
            <a:pPr indent="-285750" lvl="1" marL="742950" rtl="0" algn="l">
              <a:lnSpc>
                <a:spcPct val="80000"/>
              </a:lnSpc>
              <a:spcBef>
                <a:spcPts val="180"/>
              </a:spcBef>
              <a:spcAft>
                <a:spcPts val="0"/>
              </a:spcAft>
              <a:buClr>
                <a:srgbClr val="000000"/>
              </a:buClr>
              <a:buSzPts val="900"/>
              <a:buFont typeface="Calibri"/>
              <a:buNone/>
            </a:pPr>
            <a:r>
              <a:t/>
            </a:r>
            <a:endParaRPr sz="900">
              <a:latin typeface="Courier New"/>
              <a:ea typeface="Courier New"/>
              <a:cs typeface="Courier New"/>
              <a:sym typeface="Courier New"/>
            </a:endParaRPr>
          </a:p>
          <a:p>
            <a:pPr indent="-342900" lvl="0" marL="342900" rtl="0" algn="l">
              <a:lnSpc>
                <a:spcPct val="80000"/>
              </a:lnSpc>
              <a:spcBef>
                <a:spcPts val="400"/>
              </a:spcBef>
              <a:spcAft>
                <a:spcPts val="0"/>
              </a:spcAft>
              <a:buClr>
                <a:srgbClr val="000000"/>
              </a:buClr>
              <a:buSzPts val="2000"/>
              <a:buChar char="•"/>
            </a:pPr>
            <a:r>
              <a:rPr lang="en-US" sz="2000"/>
              <a:t>To display the number of elements in the array</a:t>
            </a:r>
            <a:endParaRPr/>
          </a:p>
          <a:p>
            <a:pPr indent="-285750" lvl="1" marL="742950" rtl="0" algn="l">
              <a:lnSpc>
                <a:spcPct val="80000"/>
              </a:lnSpc>
              <a:spcBef>
                <a:spcPts val="200"/>
              </a:spcBef>
              <a:spcAft>
                <a:spcPts val="0"/>
              </a:spcAft>
              <a:buClr>
                <a:srgbClr val="000000"/>
              </a:buClr>
              <a:buSzPts val="1000"/>
              <a:buFont typeface="Calibri"/>
              <a:buNone/>
            </a:pPr>
            <a:r>
              <a:t/>
            </a:r>
            <a:endParaRPr sz="1000"/>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a:t>
            </a:r>
            <a:r>
              <a:rPr b="1" lang="en-US" sz="1800">
                <a:latin typeface="Courier New"/>
                <a:ea typeface="Courier New"/>
                <a:cs typeface="Courier New"/>
                <a:sym typeface="Courier New"/>
              </a:rPr>
              <a:t>print ${#ele[@]}</a:t>
            </a:r>
            <a:endParaRPr/>
          </a:p>
          <a:p>
            <a:pPr indent="-285750" lvl="1" marL="742950" rtl="0" algn="l">
              <a:lnSpc>
                <a:spcPct val="8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2</a:t>
            </a:r>
            <a:endParaRPr/>
          </a:p>
        </p:txBody>
      </p:sp>
      <p:sp>
        <p:nvSpPr>
          <p:cNvPr id="300" name="Google Shape;30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6"/>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Functions</a:t>
            </a:r>
            <a:endParaRPr/>
          </a:p>
        </p:txBody>
      </p:sp>
      <p:sp>
        <p:nvSpPr>
          <p:cNvPr id="307" name="Google Shape;307;p26"/>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400"/>
              <a:buChar char="•"/>
            </a:pPr>
            <a:r>
              <a:rPr lang="en-US" sz="2400"/>
              <a:t>Functions are used to modularize programs.</a:t>
            </a:r>
            <a:endParaRPr/>
          </a:p>
          <a:p>
            <a:pPr indent="-190500" lvl="0" marL="342900" rtl="0" algn="l">
              <a:lnSpc>
                <a:spcPct val="90000"/>
              </a:lnSpc>
              <a:spcBef>
                <a:spcPts val="480"/>
              </a:spcBef>
              <a:spcAft>
                <a:spcPts val="0"/>
              </a:spcAft>
              <a:buClr>
                <a:srgbClr val="000000"/>
              </a:buClr>
              <a:buSzPts val="2400"/>
              <a:buNone/>
            </a:pPr>
            <a:r>
              <a:t/>
            </a:r>
            <a:endParaRPr sz="2400"/>
          </a:p>
          <a:p>
            <a:pPr indent="-342900" lvl="0" marL="342900" rtl="0" algn="l">
              <a:lnSpc>
                <a:spcPct val="90000"/>
              </a:lnSpc>
              <a:spcBef>
                <a:spcPts val="480"/>
              </a:spcBef>
              <a:spcAft>
                <a:spcPts val="0"/>
              </a:spcAft>
              <a:buClr>
                <a:srgbClr val="000000"/>
              </a:buClr>
              <a:buSzPts val="2400"/>
              <a:buChar char="•"/>
            </a:pPr>
            <a:r>
              <a:rPr lang="en-US" sz="2400"/>
              <a:t>A Function is a collection of commands that can be executed simply by entering the function’s name.</a:t>
            </a:r>
            <a:endParaRPr/>
          </a:p>
          <a:p>
            <a:pPr indent="-190500" lvl="0" marL="342900" rtl="0" algn="l">
              <a:lnSpc>
                <a:spcPct val="90000"/>
              </a:lnSpc>
              <a:spcBef>
                <a:spcPts val="480"/>
              </a:spcBef>
              <a:spcAft>
                <a:spcPts val="0"/>
              </a:spcAft>
              <a:buClr>
                <a:srgbClr val="000000"/>
              </a:buClr>
              <a:buSzPts val="2400"/>
              <a:buNone/>
            </a:pPr>
            <a:r>
              <a:t/>
            </a:r>
            <a:endParaRPr sz="2400"/>
          </a:p>
          <a:p>
            <a:pPr indent="-342900" lvl="0" marL="342900" rtl="0" algn="l">
              <a:lnSpc>
                <a:spcPct val="90000"/>
              </a:lnSpc>
              <a:spcBef>
                <a:spcPts val="480"/>
              </a:spcBef>
              <a:spcAft>
                <a:spcPts val="0"/>
              </a:spcAft>
              <a:buClr>
                <a:srgbClr val="000000"/>
              </a:buClr>
              <a:buSzPts val="2400"/>
              <a:buChar char="•"/>
            </a:pPr>
            <a:r>
              <a:rPr lang="en-US" sz="2400">
                <a:latin typeface="Courier New"/>
                <a:ea typeface="Courier New"/>
                <a:cs typeface="Courier New"/>
                <a:sym typeface="Courier New"/>
              </a:rPr>
              <a:t>ksh</a:t>
            </a:r>
            <a:r>
              <a:rPr lang="en-US" sz="2400"/>
              <a:t> executes </a:t>
            </a:r>
            <a:r>
              <a:rPr lang="en-US" sz="2400">
                <a:latin typeface="Courier New"/>
                <a:ea typeface="Courier New"/>
                <a:cs typeface="Courier New"/>
                <a:sym typeface="Courier New"/>
              </a:rPr>
              <a:t>aliases</a:t>
            </a:r>
            <a:r>
              <a:rPr lang="en-US" sz="2400"/>
              <a:t>, built-in commands, functions and then executables.</a:t>
            </a:r>
            <a:endParaRPr/>
          </a:p>
          <a:p>
            <a:pPr indent="-190500" lvl="0" marL="342900" rtl="0" algn="l">
              <a:lnSpc>
                <a:spcPct val="90000"/>
              </a:lnSpc>
              <a:spcBef>
                <a:spcPts val="480"/>
              </a:spcBef>
              <a:spcAft>
                <a:spcPts val="0"/>
              </a:spcAft>
              <a:buClr>
                <a:srgbClr val="000000"/>
              </a:buClr>
              <a:buSzPts val="2400"/>
              <a:buNone/>
            </a:pPr>
            <a:r>
              <a:t/>
            </a:r>
            <a:endParaRPr sz="2400"/>
          </a:p>
          <a:p>
            <a:pPr indent="-342900" lvl="0" marL="342900" rtl="0" algn="l">
              <a:lnSpc>
                <a:spcPct val="90000"/>
              </a:lnSpc>
              <a:spcBef>
                <a:spcPts val="480"/>
              </a:spcBef>
              <a:spcAft>
                <a:spcPts val="0"/>
              </a:spcAft>
              <a:buClr>
                <a:srgbClr val="000000"/>
              </a:buClr>
              <a:buSzPts val="2400"/>
              <a:buChar char="•"/>
            </a:pPr>
            <a:r>
              <a:rPr lang="en-US" sz="2400"/>
              <a:t>Functions must be defined before it is used.</a:t>
            </a:r>
            <a:endParaRPr/>
          </a:p>
        </p:txBody>
      </p:sp>
      <p:sp>
        <p:nvSpPr>
          <p:cNvPr id="308" name="Google Shape;30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7"/>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Functions </a:t>
            </a:r>
            <a:r>
              <a:rPr lang="en-US" sz="2000"/>
              <a:t>(cont.)</a:t>
            </a:r>
            <a:endParaRPr/>
          </a:p>
        </p:txBody>
      </p:sp>
      <p:sp>
        <p:nvSpPr>
          <p:cNvPr id="314" name="Google Shape;314;p27"/>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80000"/>
              </a:lnSpc>
              <a:spcBef>
                <a:spcPts val="0"/>
              </a:spcBef>
              <a:spcAft>
                <a:spcPts val="0"/>
              </a:spcAft>
              <a:buClr>
                <a:srgbClr val="000000"/>
              </a:buClr>
              <a:buSzPts val="2800"/>
              <a:buChar char="•"/>
            </a:pPr>
            <a:r>
              <a:rPr lang="en-US" sz="2800"/>
              <a:t>Functions are run in the current environment ; it shares variables.</a:t>
            </a:r>
            <a:endParaRPr/>
          </a:p>
          <a:p>
            <a:pPr indent="-165100" lvl="0" marL="342900" rtl="0" algn="l">
              <a:lnSpc>
                <a:spcPct val="80000"/>
              </a:lnSpc>
              <a:spcBef>
                <a:spcPts val="560"/>
              </a:spcBef>
              <a:spcAft>
                <a:spcPts val="0"/>
              </a:spcAft>
              <a:buClr>
                <a:srgbClr val="000000"/>
              </a:buClr>
              <a:buSzPts val="2800"/>
              <a:buNone/>
            </a:pPr>
            <a:r>
              <a:t/>
            </a:r>
            <a:endParaRPr sz="2800"/>
          </a:p>
          <a:p>
            <a:pPr indent="-342900" lvl="0" marL="342900" rtl="0" algn="l">
              <a:lnSpc>
                <a:spcPct val="80000"/>
              </a:lnSpc>
              <a:spcBef>
                <a:spcPts val="560"/>
              </a:spcBef>
              <a:spcAft>
                <a:spcPts val="0"/>
              </a:spcAft>
              <a:buClr>
                <a:srgbClr val="000000"/>
              </a:buClr>
              <a:buSzPts val="2800"/>
              <a:buChar char="•"/>
            </a:pPr>
            <a:r>
              <a:rPr lang="en-US" sz="2800"/>
              <a:t>Local variables can be declared in the function using </a:t>
            </a:r>
            <a:r>
              <a:rPr lang="en-US" sz="2800">
                <a:latin typeface="Courier New"/>
                <a:ea typeface="Courier New"/>
                <a:cs typeface="Courier New"/>
                <a:sym typeface="Courier New"/>
              </a:rPr>
              <a:t>typeset</a:t>
            </a:r>
            <a:r>
              <a:rPr lang="en-US" sz="2800"/>
              <a:t>.</a:t>
            </a:r>
            <a:endParaRPr/>
          </a:p>
          <a:p>
            <a:pPr indent="-165100" lvl="0" marL="342900" rtl="0" algn="l">
              <a:lnSpc>
                <a:spcPct val="80000"/>
              </a:lnSpc>
              <a:spcBef>
                <a:spcPts val="560"/>
              </a:spcBef>
              <a:spcAft>
                <a:spcPts val="0"/>
              </a:spcAft>
              <a:buClr>
                <a:srgbClr val="000000"/>
              </a:buClr>
              <a:buSzPts val="2800"/>
              <a:buNone/>
            </a:pPr>
            <a:r>
              <a:t/>
            </a:r>
            <a:endParaRPr sz="2800"/>
          </a:p>
          <a:p>
            <a:pPr indent="-342900" lvl="0" marL="342900" rtl="0" algn="l">
              <a:lnSpc>
                <a:spcPct val="80000"/>
              </a:lnSpc>
              <a:spcBef>
                <a:spcPts val="560"/>
              </a:spcBef>
              <a:spcAft>
                <a:spcPts val="0"/>
              </a:spcAft>
              <a:buClr>
                <a:srgbClr val="000000"/>
              </a:buClr>
              <a:buSzPts val="2800"/>
              <a:buChar char="•"/>
            </a:pPr>
            <a:r>
              <a:rPr lang="en-US" sz="2800"/>
              <a:t>Functions can be exported to sub-shells</a:t>
            </a:r>
            <a:endParaRPr/>
          </a:p>
          <a:p>
            <a:pPr indent="-165100" lvl="0" marL="342900" rtl="0" algn="l">
              <a:lnSpc>
                <a:spcPct val="80000"/>
              </a:lnSpc>
              <a:spcBef>
                <a:spcPts val="560"/>
              </a:spcBef>
              <a:spcAft>
                <a:spcPts val="0"/>
              </a:spcAft>
              <a:buClr>
                <a:srgbClr val="000000"/>
              </a:buClr>
              <a:buSzPts val="2800"/>
              <a:buNone/>
            </a:pPr>
            <a:r>
              <a:t/>
            </a:r>
            <a:endParaRPr sz="2800"/>
          </a:p>
          <a:p>
            <a:pPr indent="-342900" lvl="0" marL="342900" rtl="0" algn="l">
              <a:lnSpc>
                <a:spcPct val="80000"/>
              </a:lnSpc>
              <a:spcBef>
                <a:spcPts val="560"/>
              </a:spcBef>
              <a:spcAft>
                <a:spcPts val="0"/>
              </a:spcAft>
              <a:buClr>
                <a:srgbClr val="000000"/>
              </a:buClr>
              <a:buSzPts val="2800"/>
              <a:buChar char="•"/>
            </a:pPr>
            <a:r>
              <a:rPr lang="en-US" sz="2800"/>
              <a:t>To list functions and definitions use the alias functions.</a:t>
            </a:r>
            <a:endParaRPr/>
          </a:p>
          <a:p>
            <a:pPr indent="-165100" lvl="0" marL="342900" rtl="0" algn="l">
              <a:lnSpc>
                <a:spcPct val="80000"/>
              </a:lnSpc>
              <a:spcBef>
                <a:spcPts val="560"/>
              </a:spcBef>
              <a:spcAft>
                <a:spcPts val="0"/>
              </a:spcAft>
              <a:buClr>
                <a:srgbClr val="000000"/>
              </a:buClr>
              <a:buSzPts val="2800"/>
              <a:buNone/>
            </a:pPr>
            <a:r>
              <a:t/>
            </a:r>
            <a:endParaRPr sz="2800"/>
          </a:p>
          <a:p>
            <a:pPr indent="-342900" lvl="0" marL="342900" rtl="0" algn="l">
              <a:lnSpc>
                <a:spcPct val="80000"/>
              </a:lnSpc>
              <a:spcBef>
                <a:spcPts val="560"/>
              </a:spcBef>
              <a:spcAft>
                <a:spcPts val="0"/>
              </a:spcAft>
              <a:buClr>
                <a:srgbClr val="000000"/>
              </a:buClr>
              <a:buSzPts val="2800"/>
              <a:buChar char="•"/>
            </a:pPr>
            <a:r>
              <a:rPr lang="en-US" sz="2800"/>
              <a:t>Functions can be recursive</a:t>
            </a:r>
            <a:endParaRPr/>
          </a:p>
        </p:txBody>
      </p:sp>
      <p:sp>
        <p:nvSpPr>
          <p:cNvPr id="315" name="Google Shape;315;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8"/>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Functions </a:t>
            </a:r>
            <a:r>
              <a:rPr lang="en-US" sz="2000"/>
              <a:t>(cont.)</a:t>
            </a:r>
            <a:endParaRPr/>
          </a:p>
        </p:txBody>
      </p:sp>
      <p:sp>
        <p:nvSpPr>
          <p:cNvPr id="322" name="Google Shape;322;p28"/>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400"/>
              <a:buChar char="•"/>
            </a:pPr>
            <a:r>
              <a:rPr lang="en-US" sz="2400"/>
              <a:t>Format</a:t>
            </a:r>
            <a:endParaRPr/>
          </a:p>
          <a:p>
            <a:pPr indent="-285750" lvl="1" marL="742950" rtl="0" algn="l">
              <a:lnSpc>
                <a:spcPct val="90000"/>
              </a:lnSpc>
              <a:spcBef>
                <a:spcPts val="360"/>
              </a:spcBef>
              <a:spcAft>
                <a:spcPts val="0"/>
              </a:spcAft>
              <a:buClr>
                <a:srgbClr val="000000"/>
              </a:buClr>
              <a:buSzPts val="1800"/>
              <a:buFont typeface="Courier New"/>
              <a:buNone/>
            </a:pPr>
            <a:r>
              <a:rPr lang="en-US" sz="1800">
                <a:latin typeface="Courier New"/>
                <a:ea typeface="Courier New"/>
                <a:cs typeface="Courier New"/>
                <a:sym typeface="Courier New"/>
              </a:rPr>
              <a:t>function function-name {commands; commands;}</a:t>
            </a:r>
            <a:endParaRPr/>
          </a:p>
          <a:p>
            <a:pPr indent="-342900" lvl="0" marL="342900" rtl="0" algn="l">
              <a:lnSpc>
                <a:spcPct val="90000"/>
              </a:lnSpc>
              <a:spcBef>
                <a:spcPts val="480"/>
              </a:spcBef>
              <a:spcAft>
                <a:spcPts val="0"/>
              </a:spcAft>
              <a:buClr>
                <a:srgbClr val="000000"/>
              </a:buClr>
              <a:buSzPts val="2400"/>
              <a:buChar char="•"/>
            </a:pPr>
            <a:r>
              <a:rPr lang="en-US" sz="2400"/>
              <a:t>Example</a:t>
            </a:r>
            <a:endParaRPr/>
          </a:p>
          <a:p>
            <a:pPr indent="-285750" lvl="1" marL="742950" rtl="0" algn="l">
              <a:lnSpc>
                <a:spcPct val="9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function pr </a:t>
            </a:r>
            <a:endParaRPr/>
          </a:p>
          <a:p>
            <a:pPr indent="-285750" lvl="1" marL="742950" rtl="0" algn="l">
              <a:lnSpc>
                <a:spcPct val="90000"/>
              </a:lnSpc>
              <a:spcBef>
                <a:spcPts val="480"/>
              </a:spcBef>
              <a:spcAft>
                <a:spcPts val="0"/>
              </a:spcAft>
              <a:buClr>
                <a:srgbClr val="000000"/>
              </a:buClr>
              <a:buSzPts val="2400"/>
              <a:buFont typeface="Courier New"/>
              <a:buNone/>
            </a:pPr>
            <a:r>
              <a:rPr lang="en-US" sz="2400">
                <a:latin typeface="Courier New"/>
                <a:ea typeface="Courier New"/>
                <a:cs typeface="Courier New"/>
                <a:sym typeface="Courier New"/>
              </a:rPr>
              <a:t>{print $0 must take arg; exit 1; }</a:t>
            </a:r>
            <a:endParaRPr/>
          </a:p>
        </p:txBody>
      </p:sp>
      <p:sp>
        <p:nvSpPr>
          <p:cNvPr id="323" name="Google Shape;32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9"/>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Example</a:t>
            </a:r>
            <a:endParaRPr/>
          </a:p>
        </p:txBody>
      </p:sp>
      <p:sp>
        <p:nvSpPr>
          <p:cNvPr id="329" name="Google Shape;329;p29"/>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000000"/>
              </a:buClr>
              <a:buSzPts val="2800"/>
              <a:buFont typeface="Courier New"/>
              <a:buNone/>
            </a:pPr>
            <a:r>
              <a:rPr lang="en-US" sz="2800">
                <a:latin typeface="Courier New"/>
                <a:ea typeface="Courier New"/>
                <a:cs typeface="Courier New"/>
                <a:sym typeface="Courier New"/>
              </a:rPr>
              <a:t>#! /usr/bin/bash</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function increment {</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	typeset sum</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 sum = $1 + 1 ))</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return $sum</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echo The sum is</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increment 5</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echo $?</a:t>
            </a:r>
            <a:endParaRPr/>
          </a:p>
          <a:p>
            <a:pPr indent="-342900" lvl="0" marL="342900" rtl="0" algn="l">
              <a:lnSpc>
                <a:spcPct val="80000"/>
              </a:lnSpc>
              <a:spcBef>
                <a:spcPts val="560"/>
              </a:spcBef>
              <a:spcAft>
                <a:spcPts val="0"/>
              </a:spcAft>
              <a:buClr>
                <a:srgbClr val="000000"/>
              </a:buClr>
              <a:buSzPts val="2800"/>
              <a:buFont typeface="Courier New"/>
              <a:buNone/>
            </a:pPr>
            <a:r>
              <a:rPr lang="en-US" sz="2800">
                <a:latin typeface="Courier New"/>
                <a:ea typeface="Courier New"/>
                <a:cs typeface="Courier New"/>
                <a:sym typeface="Courier New"/>
              </a:rPr>
              <a:t>echo $sum</a:t>
            </a:r>
            <a:endParaRPr/>
          </a:p>
        </p:txBody>
      </p:sp>
      <p:sp>
        <p:nvSpPr>
          <p:cNvPr id="330" name="Google Shape;33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0"/>
          <p:cNvSpPr txBox="1"/>
          <p:nvPr>
            <p:ph type="title"/>
          </p:nvPr>
        </p:nvSpPr>
        <p:spPr>
          <a:xfrm>
            <a:off x="251520" y="332656"/>
            <a:ext cx="6983992" cy="79208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600"/>
              <a:buFont typeface="Calibri"/>
              <a:buNone/>
            </a:pPr>
            <a:r>
              <a:rPr lang="en-US" sz="3600"/>
              <a:t>Handling Errors and Debuggers</a:t>
            </a:r>
            <a:endParaRPr/>
          </a:p>
        </p:txBody>
      </p:sp>
      <p:sp>
        <p:nvSpPr>
          <p:cNvPr id="337" name="Google Shape;337;p3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400"/>
              <a:buChar char="•"/>
            </a:pPr>
            <a:r>
              <a:rPr lang="en-US" sz="2400"/>
              <a:t>If you need to know the way your scripts runs , and the values of such variables during execution ; you can use either one of 2 options:</a:t>
            </a:r>
            <a:endParaRPr/>
          </a:p>
          <a:p>
            <a:pPr indent="-285750" lvl="1" marL="742950" rtl="0" algn="l">
              <a:lnSpc>
                <a:spcPct val="90000"/>
              </a:lnSpc>
              <a:spcBef>
                <a:spcPts val="400"/>
              </a:spcBef>
              <a:spcAft>
                <a:spcPts val="0"/>
              </a:spcAft>
              <a:buClr>
                <a:srgbClr val="000000"/>
              </a:buClr>
              <a:buSzPts val="2000"/>
              <a:buChar char="–"/>
            </a:pPr>
            <a:r>
              <a:rPr lang="en-US" sz="2000"/>
              <a:t>Write </a:t>
            </a:r>
            <a:r>
              <a:rPr lang="en-US" sz="2000">
                <a:latin typeface="Courier New"/>
                <a:ea typeface="Courier New"/>
                <a:cs typeface="Courier New"/>
                <a:sym typeface="Courier New"/>
              </a:rPr>
              <a:t>set –x</a:t>
            </a:r>
            <a:r>
              <a:rPr lang="en-US" sz="2000"/>
              <a:t> inside your script before the part you want to debug, and </a:t>
            </a:r>
            <a:r>
              <a:rPr lang="en-US" sz="2000">
                <a:latin typeface="Courier New"/>
                <a:ea typeface="Courier New"/>
                <a:cs typeface="Courier New"/>
                <a:sym typeface="Courier New"/>
              </a:rPr>
              <a:t>set +x</a:t>
            </a:r>
            <a:r>
              <a:rPr lang="en-US" sz="2000"/>
              <a:t> at the end of the part.</a:t>
            </a:r>
            <a:endParaRPr/>
          </a:p>
          <a:p>
            <a:pPr indent="-285750" lvl="1" marL="742950" rtl="0" algn="l">
              <a:lnSpc>
                <a:spcPct val="90000"/>
              </a:lnSpc>
              <a:spcBef>
                <a:spcPts val="400"/>
              </a:spcBef>
              <a:spcAft>
                <a:spcPts val="0"/>
              </a:spcAft>
              <a:buClr>
                <a:srgbClr val="000000"/>
              </a:buClr>
              <a:buSzPts val="2000"/>
              <a:buChar char="–"/>
            </a:pPr>
            <a:r>
              <a:rPr lang="en-US" sz="2000"/>
              <a:t>Run the script using command </a:t>
            </a:r>
            <a:r>
              <a:rPr lang="en-US" sz="2000">
                <a:latin typeface="Courier New"/>
                <a:ea typeface="Courier New"/>
                <a:cs typeface="Courier New"/>
                <a:sym typeface="Courier New"/>
              </a:rPr>
              <a:t>bash –x script-name</a:t>
            </a:r>
            <a:r>
              <a:rPr lang="en-US" sz="2000">
                <a:latin typeface="Courier"/>
                <a:ea typeface="Courier"/>
                <a:cs typeface="Courier"/>
                <a:sym typeface="Courier"/>
              </a:rPr>
              <a:t> </a:t>
            </a:r>
            <a:r>
              <a:rPr lang="en-US" sz="2000"/>
              <a:t>so that it is equal to </a:t>
            </a:r>
            <a:r>
              <a:rPr lang="en-US" sz="2000">
                <a:latin typeface="Courier New"/>
                <a:ea typeface="Courier New"/>
                <a:cs typeface="Courier New"/>
                <a:sym typeface="Courier New"/>
              </a:rPr>
              <a:t>set –x</a:t>
            </a:r>
            <a:r>
              <a:rPr lang="en-US" sz="2000"/>
              <a:t> but for the whole script.</a:t>
            </a:r>
            <a:endParaRPr/>
          </a:p>
          <a:p>
            <a:pPr indent="-342900" lvl="0" marL="342900" rtl="0" algn="l">
              <a:lnSpc>
                <a:spcPct val="90000"/>
              </a:lnSpc>
              <a:spcBef>
                <a:spcPts val="480"/>
              </a:spcBef>
              <a:spcAft>
                <a:spcPts val="0"/>
              </a:spcAft>
              <a:buClr>
                <a:srgbClr val="000000"/>
              </a:buClr>
              <a:buSzPts val="2400"/>
              <a:buChar char="•"/>
            </a:pPr>
            <a:r>
              <a:rPr lang="en-US" sz="2400"/>
              <a:t>Using these ways let the shell write each command before executing it and also but the values of the variables. So you can test the sequence of the execution and check if variable is expanded correctly.</a:t>
            </a:r>
            <a:endParaRPr/>
          </a:p>
        </p:txBody>
      </p:sp>
      <p:sp>
        <p:nvSpPr>
          <p:cNvPr id="338" name="Google Shape;33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1"/>
          <p:cNvSpPr txBox="1"/>
          <p:nvPr>
            <p:ph type="title"/>
          </p:nvPr>
        </p:nvSpPr>
        <p:spPr>
          <a:xfrm>
            <a:off x="323528" y="3212977"/>
            <a:ext cx="8424936" cy="1728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4400"/>
              <a:buFont typeface="Calibri"/>
              <a:buNone/>
            </a:pPr>
            <a:r>
              <a:rPr lang="en-US"/>
              <a:t>SBAHADER@GMAIL.COM</a:t>
            </a:r>
            <a:endParaRPr/>
          </a:p>
        </p:txBody>
      </p:sp>
      <p:sp>
        <p:nvSpPr>
          <p:cNvPr id="344" name="Google Shape;344;p31"/>
          <p:cNvSpPr txBox="1"/>
          <p:nvPr>
            <p:ph idx="1" type="body"/>
          </p:nvPr>
        </p:nvSpPr>
        <p:spPr>
          <a:xfrm>
            <a:off x="323528" y="2078907"/>
            <a:ext cx="8424936" cy="113407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C8D8C"/>
              </a:buClr>
              <a:buSzPts val="2000"/>
              <a:buNone/>
            </a:pPr>
            <a:r>
              <a:rPr lang="en-US"/>
              <a:t>Thanks ☺</a:t>
            </a:r>
            <a:endParaRPr/>
          </a:p>
        </p:txBody>
      </p:sp>
      <p:sp>
        <p:nvSpPr>
          <p:cNvPr id="345" name="Google Shape;345;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Red">
      <a:dk1>
        <a:srgbClr val="E5332E"/>
      </a:dk1>
      <a:lt1>
        <a:srgbClr val="FFFFFF"/>
      </a:lt1>
      <a:dk2>
        <a:srgbClr val="027AFF"/>
      </a:dk2>
      <a:lt2>
        <a:srgbClr val="EEECE1"/>
      </a:lt2>
      <a:accent1>
        <a:srgbClr val="027AFF"/>
      </a:accent1>
      <a:accent2>
        <a:srgbClr val="E5332E"/>
      </a:accent2>
      <a:accent3>
        <a:srgbClr val="9BBB59"/>
      </a:accent3>
      <a:accent4>
        <a:srgbClr val="FFFC00"/>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2013-09-11T13:33:20Z</dcterms:created>
  <dc:creator>OS-islam</dc:creator>
</cp:coreProperties>
</file>